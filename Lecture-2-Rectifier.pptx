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ink/ink2.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3.xml" ContentType="application/inkml+xml"/>
  <Override PartName="/ppt/ink/ink4.xml" ContentType="application/inkml+xml"/>
  <Override PartName="/ppt/notesSlides/notesSlide7.xml" ContentType="application/vnd.openxmlformats-officedocument.presentationml.notesSlide+xml"/>
  <Override PartName="/ppt/ink/ink5.xml" ContentType="application/inkml+xml"/>
  <Override PartName="/ppt/notesSlides/notesSlide8.xml" ContentType="application/vnd.openxmlformats-officedocument.presentationml.notesSlide+xml"/>
  <Override PartName="/ppt/ink/ink6.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315" r:id="rId2"/>
    <p:sldId id="295" r:id="rId3"/>
    <p:sldId id="296" r:id="rId4"/>
    <p:sldId id="297" r:id="rId5"/>
    <p:sldId id="316" r:id="rId6"/>
    <p:sldId id="317" r:id="rId7"/>
    <p:sldId id="298" r:id="rId8"/>
    <p:sldId id="299" r:id="rId9"/>
    <p:sldId id="300" r:id="rId10"/>
    <p:sldId id="318" r:id="rId11"/>
    <p:sldId id="319" r:id="rId12"/>
    <p:sldId id="303" r:id="rId13"/>
    <p:sldId id="320" r:id="rId14"/>
    <p:sldId id="304" r:id="rId15"/>
    <p:sldId id="305" r:id="rId16"/>
    <p:sldId id="310" r:id="rId17"/>
    <p:sldId id="311" r:id="rId18"/>
    <p:sldId id="301" r:id="rId19"/>
    <p:sldId id="302" r:id="rId20"/>
    <p:sldId id="313" r:id="rId21"/>
    <p:sldId id="31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8"/>
    <p:restoredTop sz="95304"/>
  </p:normalViewPr>
  <p:slideViewPr>
    <p:cSldViewPr snapToGrid="0" snapToObjects="1">
      <p:cViewPr>
        <p:scale>
          <a:sx n="75" d="100"/>
          <a:sy n="75" d="100"/>
        </p:scale>
        <p:origin x="516"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7:43:29.133"/>
    </inkml:context>
    <inkml:brush xml:id="br0">
      <inkml:brushProperty name="width" value="0.05292" units="cm"/>
      <inkml:brushProperty name="height" value="0.05292" units="cm"/>
    </inkml:brush>
  </inkml:definitions>
  <inkml:trace contextRef="#ctx0" brushRef="#br0">2816 4263 0,'0'0'0,"9"-9"0,5-1 15,11 3-15,10 4 16,16 3-16,15-1 16,18-2-1,12 0 1,13-1-16,10-4 16,12-1-1,7-1-15,7 1 16,1-3-1,0 4-15,-5-1 16,-7 2 0,-9-2-16,-13-2 15,-14 4 1,-16-3-16,-13 2 16,-9 0-1,-16 3-15,-7 5 16,-9 2-16,-7 5 15,-4 5 1,-6 13-16,-4 10 16,-5 16-1,-6 13-15,-9 14 16,-8 12 0,-3 12-1,-2 10-15,-2 8 16,1 3-16,-3 1 15,-1 1 1,1-1-16,0-4 16,1-6-1,-3-11-15,4-13 16,2-10 0,5-18-16,7-13 15,1-13 1,5-12-16,1-8 15,-1-9 1,-2-6-16,-2-7 16,2-8-1,0-5-15,4-6 16,6-4 0,9-6-16,14 1 15,11 4 1,13 1-16,11 6 15,11 2 1,15 4-16,15 6 16,13 6-1,7 7-15,7 9 16,3 12 0,-8 10-16,-11 10 15,-13 11 1,-17 8-16,-22 5 15,-21 7 1,-23 2-16,-24 2 16,-28 0-1,-29-6-15,-23-2 16,-20-8 0,-13-8-16,-9-11 15,-5-12 1,3-10-1,4-9-15,11-10 16,16-13-16,21-10 16,27-10-1,30-10-15,28-5 16,26-6 0,27 4-16,23 7 15,19 8 1,14 14-16,14 13 15,4 15 1,3 15-16,-1 11 16,-5 15-1,-16 9-15,-17 9 16,-22 8 0,-22 5-1,-23 4-15,-31 3 16,-28-5-1,-31-1-15,-26-7 16,-23-4 0,-16-7-16,-10-9 15,-3-9 1,-4-8-16,9-11 16,15-11-1,20-12 1,26-11-16,30-12 15,30-13-15,31-6 16,33-2 0,30 0-16,24 8 15,19 9 1,15 14-16,8 16 16,1 14-1,-1 14-15,-11 16 16,-12 11-1,-17 12-15,-18 9 16,-22 7 0,-25-1-16,-27 4 15,-25 0 1,-26-5-16,-25-4 16,-22-7-1,-17-9-15,-15-10 16,-7-11-1,-6-11 1,-4-9-16,5-13 16,10-10-1,20-10-15,25-7 16,25-11 0,27-8-16,28-7 31,29-2-31,25 2 0,20 4 15,16 10 1,13 5-16,4 11 16,1 11-1,-5 11-15,-7 12 16,-5 12 0,-13 10-16,-19 6 15,-16 8 1,-18 5-16,-19 5 15,-20 0 1,-24 4-16,-21-2 16,-17-6-1,-17-5-15,-9-9 16,-6-7 0,0-5-16,1-7 15,6-5 1,7-8-16,9-9 15,15-9 1,20-6-16,18-6 16,20-8-1,21-6-15,18-5 16,23-3 0,17 3-1,10 5-15,11 5 16,2 9-16,2 11 15,-4 12 1,-5 9 0,-8 10-16,-13 8 15,-11 8-15,-14 5 16,-15 5 0,-18 2-1,-17 6-15,-19 0 16,-20 4-1,-13 0-15,-13-1 16,-4-2 0,0-1-16,6 0 15,10-4 1,15-1-16,14-2 16,14 0-1,15 0-15,11 0 16,10-1-1,6 0 1,9 0-16,3 1 16,4 0-16,-1-2 15,-1-2 1,-7 2-16,-2-6 16,-4 1-1,-5-3-15,-1-4 16,-8-4-1,-7-3-15,-9-4 16,-10-6 0,-15-2-16,-11-2 15,-15-1 1,-13-5-16,-14-4 16,-9-3-1,-8 0-15,-6-3 16,-9 1-1,-5 0-15,-6 0 16,-6-1 0,-2 1-16,-5-1 15,-2 2 1,-1 1-16,-1 1 16,0 1-1,1 1-15,3 1 16,1 1-1,-1-1-15,7 1 16,1-2 0,7-2-1,5-1-15,4 5 16,1-2 0,4-1-16,5 1 15,7 1 1,5-4-16,8-1 15,4-2-15,9-2 16,7 2 0,8 0-16,4-6 15,11-12 1,9-4-16</inkml:trace>
  <inkml:trace contextRef="#ctx0" brushRef="#br0" timeOffset="4280.76">12114 3719 0,'-28'-20'0,"-19"-5"16,-17 2-16,-18 2 16,-13 6-1,-19 3-15,-17 3 16,-11 2 0,-9 2-16,-5 1 15,1 0 1,-3 0-16,-1 0 15,0 0 1,5-2-16,6 3 16,10 0-1,8 0-15,12 1 16,12 2 0,10 0-16,15 3 15,14-1 1,13 0-16,11 5 15,9 2 1,4 8-16,7 5 16,8 6-1,5 5-15,2 10 16,5 6 0,6 9-1,4 6-15,4 6 16,3 3-1,1 2-15,-5 2 16,1-2 0,-2-6-16,0-4 15,2-8 1,1-5-16,-1-12 16,-3-8-1,-2-13-15,-3-6 16,-3-13-16,0 0 15,0 0 1,0 0-16,-4-3 16,-6-7-1,-9 2-15,-11 2 16,-13 3 0,-12 6-16,-12 7 15,-6 6 1,-8 6-16,-3 13 15,-1 4 1,3 11-16,6 9 16,8 4-1,14 4-15,16 2 16,15 3 0,22-7-1,21-5-15,20-10 16,21-5-16,18-11 15,15-5 1,13-15 0,2-9-16,4-11 15,-7-7 1,-5-7-16,-17-3 16,-11-2-1,-16-4-15,-19-4 16,-27-1-1,-27 1-15,-35 7 16,-35 10 0,-32 13-16,-26 14 15,-17 19 1,-1 12-16,8 14 16,15 13-1,22 6-15,21 7 16,24 5-1,24 3-15,26-2 16,28-8 0,31-10-16,28-15 15,23-14 1,18-12 0,10-14-16,4-11 15,-7-11 1,-5-7-16,-9-8 15,-11-8 1,-14-2-16,-18-4 16,-21 2-1,-25 3-15,-35 9 16,-35 10 0,-33 13-16,-24 14 15,-17 16 1,-3 16-16,7 11 15,14 13 1,18 7-16,23 6 16,28 0-1,26-3 1,33-10-16,30-14 16,27-17-1,27-10-15,16-13 16,11-8-1,-3-11 1,-7-8-16,-13-5 16,-16-6-16,-16-8 15,-18-3 1,-23-3-16,-20 1 16,-29 3-1,-32 7-15,-31 15 16,-27 16-1,-15 21-15,-4 10 16,8 18 0,17 12-16,18 11 15,20 9 1,21 3 0,22 1-16,19-2 15,24-10 1,23-16-16,20-16 15,19-16 1,13-15-16,9-13 16,7-14-1,-3-11-15,-2-7 16,-7-4 0,-13-1-16,-13-1 15,-23 1 1,-22 4-1,-27 6-15,-32 5 16,-27 12-16,-22 7 16,-18 12-1,-8 14-15,-6 13 16,5 15 0,7 9-16,13 10 15,18 7 1,17 3-1,23 2-15,22-4 16,18-6 0,17-13-16,13-16 15,13-14 1,11-13-16,10-13 16,8-13-1,5-10-15,4-9 16,0-6-1,-11-2-15,-17-1 16,-20 5 0,-22 0-16,-26 2 15,-31 4 1,-26 8-16,-23 12 16,-17 17-1,-11 15-15,0 16 16,6 13-1,12 11 1,16 12-16,20 4 16,24 3-1,21 0-15,24-8 16,19-10 0,19-16-16,18-17 15,17-15 1,11-13-16,5-13 15,1-12 1,-2-12-16,-8-7 16,-13-3-1,-20 2-15,-25 0 16,-23 4 0,-28 11-16,-31 13 15,-25 12 1,-18 11-16,-9 12 15,-2 9 1,11 4 0,22 1-16,24 1 15,29-4 1,23-1-16,28 1 16,21-5-16,17-1 15,11 3 1,1 4-1,-2 9-15,-8 9 16,-11 11 0,-13 8-16,-12 12 15,-9 11 1,-13 8-16,-12 5 16,-11 6-1,-6 1-15,-7-2 16,0-5-1,0-8-15,2-7 16,4-9 0,5-7-16,-1-8 15,2-8 1,1-2-16,4-9 16,2-6-1,3-7 1,1-7-16,0-9 15,-1-4 1,2-4-16,3-6 16,1-3-16,2-1 15,6-3 1,8-4-16,9-3 16,10 1-1,12-5-15,9 0 16,6-3-1,6 2-15,6-5 16,6 3 0,8-2-16,9 1 15,6 1 1,6 1-16,3 1 16,4 2-1,6 3-15,-4-3 16,4 1-1,5-2-15,2 4 16,6 2 0,2 3-16,1 4 15,0-2 1,-6 1-16,3 0 16,0 4-1,1 2 1,1 3-1,-2-1-15,0 2 16,-4 0-16,-3 2 16,-4 3-1,-5-2-15,0 1 16,-2 2 0,-2-2-16,-1 1 15,-3-2 1,0-1-16,-5 4 15,-6-2 1,-5-1-16,-8-3 16,-2-3-1,-5 0-15,-3-4 16,-5-1 0,-6-2-16,-5-3 15,-5-2 1,-7-1-16,-4 1 15,-2 2 1,-4-2-16,-6 1 16,-4-1-1,-2 0-15,-2 5 16,-3 2 0,-11-1-16,-15-12 31,-5-4-31</inkml:trace>
  <inkml:trace contextRef="#ctx0" brushRef="#br0" timeOffset="9702.04">2816 4221 0,'0'0'0,"0"0"16,0 0-1,0 0-15,5 19 16,3 12 0,4 11-1,2 5-15,0 4 16,2 6-1,1 6-15,0 8 16,-2 9-16,-3 8 16,-4 9-1,-2 7-15,-2 10 16,-2 4 0,0 4-16,-4 4 15,0 4 1,-2-2-16,0 1 15,1-6 1,-2-7-16,0-12 16,-2-13-16,1-16 15,-2-18 1,4-15-16,-1-14 16,-4-10-1,-2-10-15,-1-9 16,-10-6-1,-8-7-15,-2-3 16,-10 1 0,2 6-16,-7 4 15,-4 12 1,1 12-16,1 17 16,-1 15-1,5 15-15,0 13 16,7 11-1,5 9-15,7 4 16,8 5 0,8 3-16,10 6 15,12 0 1,11 2-16,11-2 16,11-13 15,9-20-31,5-20 0,9-24 15,9-30-15,9-21 16,6-21 0,0-18-1,-1-12-15,-3-10 16,-4-6 0,-11-7-16,-9-8 15,-8-5 1,-9-3-16,-10 0 15,-10-7 1,-15 3-16,-12 1 16,-16 2-1,-16 3-15,-10 3 16,-13 10 0,-5 12-16,-6 15 15,-1 22 1,3 25-16,6 22 15,6 19 1,5 11-16,8-3 16</inkml:trace>
  <inkml:trace contextRef="#ctx0" brushRef="#br0" timeOffset="10248.85">2717 7377 0,'-18'-10'0,"-7"-14"0,2-12 0,3-14 16,2-11-1,6-6-15,8 2 16,8 13 0,7 14-16,6 18 15,2 19 1,7 13-16,6 9 15,5 3 1,0-6-16,2-6 16,-1-6-1,-8-6-15,-2-7 16,-9-2 0,-6-7-16,-7-11 15,-6-14 1,-5-16-16,-5-10 15,-5-4 1,0 7-16,2 15 16,1 17-1,-1 20-15,-2 17 16,0 5 0</inkml:trace>
  <inkml:trace contextRef="#ctx0" brushRef="#br0" timeOffset="10983.16">2516 7904 0,'-8'27'0,"0"17"16,6 12-16,4 8 16,2 5-1,3 6-15,2 7 16,1 7-1,-2 8-15,2 9 16,-4 7 0,-1 8-16,2 10 15,-2 4 1,4 6-16,-3 7 16,-4 3-1,3 3-15,1 0 16,1-4-1,-3-3-15,-1 0 16,0-6 0,4-4-16,4-6 15,-5-8 1,0-10-16,3-5 16,2-7-1,1-10-15,-3-9 16,0-13-1,-3-16 1,-1-15-16,-1-13 16,2-10-16,0-7 15,0-3 1</inkml:trace>
  <inkml:trace contextRef="#ctx0" brushRef="#br0" timeOffset="13514.13">11930 3779 0,'26'-3'0,"21"-4"0,6 0 15,11 0 1,8 0 0,10-2-16,8 0 15,10 2 1,3 3-16,8 0 15,0-2 1,5-1-16,0-3 16,6-3-1,4-7-15,4-2 16,1-4 0,7 0-16,1-2 15,-1 2 1,-8 4-16,-9-2 15,-11 3 1,-13 1-16,-13 3 31,-7 0-31,-9 4 0,-5 0 16,-6 3 0,-8 3-16,-8 6 15,-4 6 1,-5 8-16,-5 9 15,-6 9 1,-6 9-16,-1 12 16,-7 14-1,-4 17-15,-3 16 16,-1 12 0,-4 12-16,-8 10 15,-6 2 1,1 7-16,2 2 15,-1 4 1,1 1 0,5-1-16,5-5 15,2-5 1,3-11-16,2-12 16,2-12-1,3-15-15,5-14 16,2-17-1,-2-13-15,-1-14 16,-4-10 0,-1-8-16,-5-12 15,0 0-15,-4 5 16,-10-2 0,-11 3-16,-11 7 15,-10 9 1,-10 3-16,-4 8 15,3 5 1,3 5-16,11-1 16,11-2-1,14 1 1,15-4-16,18-5 16,16-2-1,13-6-15,15-5 16,11-5-1,5 0 1,-1 1-16,-7 2 16,-15 5-16,-11 4 15,-18 8 1,-13 7-16,-18 9 16,-15 7-1,-14 10-15,-12 8 16,-6 6-1,2 7-15,5 2 16,4 2 0,10 1-16,9 0 15,12 1 1,8 3-16,4 4 16,3 1-1,1 4-15,-1 3 16,1 2-1,2 0 1,-3 5-16,5 0 16,-1 3-16,-1 2 15,-3 1 1,-2 2-16,3 0 16,5-1-1,-2-2 1,-1 0-16,1 0 15,-1-2 1,-4-1-16,-3-1 16,-1-2-1,1-4-15,-1-1 16,-2-6 0,4-4-16,1-6 15,1-6 1,1-9-16,-1-6 15,1-8 1,1-10-16,-1-10 16,-1-12-1,3-14 1,-3-23-16,-1-7 16</inkml:trace>
  <inkml:trace contextRef="#ctx0" brushRef="#br0" timeOffset="14123.44">15544 5982 0,'0'0'0,"4"28"16,4 15-1,8 11-15,3 6 16,3 5 0,4 4-16,2 4 15,1-4 1,2-1-16,2-9 15,-3-7 1,-2-8-16,-6-9 16,-3-7-1,-5-13-15,-3-7 16</inkml:trace>
  <inkml:trace contextRef="#ctx0" brushRef="#br0" timeOffset="14529.65">15854 6331 0,'8'28'0,"11"11"0,8-2 16,4-11-1,1-5-15,1-11 16,-2-12 0,-1-9-16,-1-11 15,-2-7 1,-4-8-16,-8-4 16,-11-3-1,-8 1-15,-9 7 16,-9 5-1,-13 9-15,-4 12 16,-6 8 0,0 11-16,5 11 15,6 8 1,8 9-16,12 4 16,6-7-1,4-12-15</inkml:trace>
  <inkml:trace contextRef="#ctx0" brushRef="#br0" timeOffset="15592.03">16475 5930 0,'-34'28'0,"-11"20"16,7 10-16,14 5 15,14-7 1,14-7-16,9-14 16,6-19-1,6-15-15,4-14 16,2-12-1,3-14-15,-3-9 16,-3-4 0,-1 5-16,-9 15 15,0 14 1,1 14-16,2 13 16,3 7-1,4 4-15,4-1 16,3-7-1,2-9-15,0-9 16,-3-13 0,-8-6-16,-7-8 15,-4-7 1,-10-6 0,-10-4-16,-9 4 15,-7 8 1,-5 12-16,-4 17 15,-4 14 1,-2 13-16,8 14 16,6 9-16,11 7 15,11 2 1,13-4-16,9-3 16,5-5-1,12-7 1,1-9-16,1-7 15,-2-10-15,-6-11 16,-5-9 0,-4-9-16,-1-11 15,-3-12 1,-9-14-16,-6-12 16,-9-8-1,-7-5 1,-9 4-16,-3 2 15,-3 3 1,-2 8-16,2 5 16,0 10-1,4 10-15,5 13 16,2 8 0,6 13-16,9 10 15,-2 10-15,4 17 16,5 18-1,-1 18 1,2 13-16,1 5 16,5-5-1,8-4 1,6-8-16,3-3 16,6-4-16,1-7 15,3-5 1,-2-4-16,0-2 15,-8-5 1,-16-15-16,-10-7 16</inkml:trace>
  <inkml:trace contextRef="#ctx0" brushRef="#br0" timeOffset="24887.88">2758 11317 0,'0'0'0,"2"30"0,1 22 16,-1 9 0,0 6-16,-2 0 15,0 0 1,0-1-16,2-4 15,0-5 1,4-1 0,-2-7-16,1-5 15,2-4-15,-5-3 16,2-6 0,-2-11-16</inkml:trace>
  <inkml:trace contextRef="#ctx0" brushRef="#br0" timeOffset="25403.45">2045 12432 0,'26'-4'0,"21"-2"0,10 0 16,13 5-1,7-2-15,13 1 16,6-3 0,8 1-16,3 0 15,-3 1 1,-3 2-16,1 2 16,-9 1-1,-7 1-15,-8 2 16,-6 2-1,-8 0 1,-7-3-16,-5-1 16,-6 0-16,0-2 15,-10-4 1,-8-2-16,-7-1 16,-9-1-1,-5 3-15</inkml:trace>
  <inkml:trace contextRef="#ctx0" brushRef="#br0" timeOffset="25669.04">3520 12397 0,'-28'2'0,"-14"6"0,-1 8 15,0 9 1,6 9-16,1 6 15,1 3 1,5 1-16,1 0 16,5-4-1,2 0-15,3-5 16,2-4 0,4-5-16,3-8 15,10-18 1,0 0-16,-6 7 15</inkml:trace>
  <inkml:trace contextRef="#ctx0" brushRef="#br0" timeOffset="26028.38">3136 12414 0,'-36'27'0,"-12"19"0,2 6 0,6 2 16,8 2-1,2 4-15,4 1 16,5-3-1,-1-6-15,3-3 16,6-9 0,3-9-16,2-14 15,8-17-15,-4 1 16,2-7 0,1-1-16</inkml:trace>
  <inkml:trace contextRef="#ctx0" brushRef="#br0" timeOffset="26325.22">2733 12465 0,'-29'33'0,"-14"16"0,3 7 16,8 0-1,7-1-15,7 2 16,2-1 0,4-6-16,-3-6 15,4-10 1,1-11-16,0-11 15,4-6 1</inkml:trace>
  <inkml:trace contextRef="#ctx0" brushRef="#br0" timeOffset="26637.69">2322 12346 0,'-27'36'0,"-13"19"16,4 9-16,4 8 16,4 2-1,4 5-15,3 2 16,-5-2 0,6-19-16</inkml:trace>
  <inkml:trace contextRef="#ctx0" brushRef="#br0" timeOffset="36277.25">9172 10440 0,'-28'0'0,"-7"2"16,6 9 0,8 5-16,7 7 15,2 6 1,5 5-1,4 1-15,2 5 16,1 4-16,2 0 16,4 2-1,2 2-15,1-1 16,-1 2 0,1 0-16,-2 1 15,-2-4 1,-2-2-16,-2-4 15,1-5 1,-1-7-16,-1-5 16,0-5-1,2-7-15,-2-11 16,0 0 0,0 0-16,0 3 15</inkml:trace>
  <inkml:trace contextRef="#ctx0" brushRef="#br0" timeOffset="36714.68">8627 11393 0,'22'-7'0,"15"-3"16,13-1-16,6 1 15,5-2 1,8 2-16,6-2 31,5-1-31,1 1 0,1-4 16,-2 3 0,-3 1-16,-3 2 15,-6 2 1,-3 2-16,-3 3 15,-8 2 1,-3 0-16,-4-2 16,-13 1-1</inkml:trace>
  <inkml:trace contextRef="#ctx0" brushRef="#br0" timeOffset="37058.42">9667 11342 0,'-34'26'0,"-13"18"16,3 9-1,5 2-15,8-1 16,7-5 0,3-1-16,4-5 15,0-2 1,6-3-16,1-7 16,3-5-1,2-8-15,5-18 16,-1 5-1</inkml:trace>
  <inkml:trace contextRef="#ctx0" brushRef="#br0" timeOffset="37355.25">9290 11461 0,'-17'11'0,"-6"14"16,3 9 0,1 6-16,6 6 15,2 8 1,4 1-16,-2-3 15,-2-5 1,2-6-16,2-9 16,-1-12-16,1-13 15,2-6 1</inkml:trace>
  <inkml:trace contextRef="#ctx0" brushRef="#br0" timeOffset="37698.97">8996 11419 0,'-36'55'0,"-13"25"15,6 0-15,6-6 16,11-8 0,6-7-16,8-9 15,2-7 1,2-12-16,4-12 15,1-8 1</inkml:trace>
  <inkml:trace contextRef="#ctx0" brushRef="#br0" timeOffset="38042.68">8945 11376 0,'-18'25'0,"-17"17"0,-4 13 16,-3 14-1,-1 11-15,-3 13 16,-1 11 0,-1 4-16,-3 0 15,12-25 1</inkml:trace>
  <inkml:trace contextRef="#ctx0" brushRef="#br0" timeOffset="77413.69">19820 3395 0,'-10'30'0,"-5"20"15,-2 14 1,1 7-16,-3 10 16,0 12-1,2 5-15,0 9 16,6 7 0,1 9-16,-1 12 15,1 13 1,-4 17-16,-4 17 15,-4 17 1,1 16-16,-4 18 16,-3 16-1,-9 24-15,4 14 16,8 7 0,-2 10-16,0 13 15,-2 20 1,3 17-16,0 19 15,2 12 1,-5 11-16,1 7 16,2-2-1,19 0-15,-6-9 16,-2 1 0,0 3-16,5 17 15,-1 9 1,2 6-16,1 0 15,6-1 1,4-5-16,12-5 16,3-21-1,0-21-15,6-18 16,5-18 0,5-12-16,1-16 15,-9-73 1</inkml:trace>
  <inkml:trace contextRef="#ctx0" brushRef="#br0" timeOffset="81413.25">22193 1421 0,'-39'7'0,"-13"7"0,-6 8 15,-3 13 1,-5 12-16,-7 16 15,0 12 1,1 11-16,6 5 16,16 1-1,11 6-15,14 2 16,14 2 0,14-2-16,13-9 15,12-14 1,15-16-16,17-14 15,18-17 1,13-17-16,12-17 16,8-15-1,4-17-15,0-10 16,-3-12-16,-12-5 31,-27 9-31,-26 15 0</inkml:trace>
  <inkml:trace contextRef="#ctx0" brushRef="#br0" timeOffset="82538.13">22562 2187 0,'0'0'0,"0"0"16,0 0-1,20-3-15,15-8 16,5-5 0,-5-2-16,-10-5 15,-8-2 1,-9 0-16,-8-2 16,-6 1-16,-8 1 15,-9 3 1,-7 12-1,-3 9-15,-6 15 16,0 14-16,4 7 16,8 9-1,11 9-15,13 5 16,14 2 0,10-5-16,10-8 15,6-9 1,10-12-16,1-10 15,4-12 1,-3-11-16,-2-12 16,1-11-1,-6-13-15,-5-7 16,-10-8-16,-10-4 16,-9 0-1,-5 5 1,-4 15-16,0 17 15,1 25-15,6-1 16,10 23 0,5 17-16,5 7 15,1-2 1,1-7-16,0-9 16,-7-12-1,-2-12-15,-3-12 16,-4-15-1,-6-11-15,-2-11 16,-2 1 0,-3 4-16,1 16 15,0 24 1,7 6-16,5 17 16,3 8-1,7-2-15,3-7 16,5-7-1,4-10-15,-1-12 16,3-13 0,4-10-16,-2-9 15,-2-9 1,-2-10-16,-8-5 16,-6-8-1,-12-2-15,-9 1 16,-9 3-16,-9 2 15,-13 3 1,-6 4-16,-3 8 16,7 9-1,5 14 1,10 12-16,19 17 16,-4 8-16,14 22 15,13 18 1,8 16-1,9 10-15,5 6 16,6 2 0,0-7-16,2-7 15,1-10 1,-7-14-16,-14-21 16,-13-1-1,-7-4-15</inkml:trace>
  <inkml:trace contextRef="#ctx0" brushRef="#br0" timeOffset="82709.98">23811 1506 0,'-50'30'0,"-27"19"16,-5 11-1,8 2-15,16-9 16,18-12-16</inkml:trace>
  <inkml:trace contextRef="#ctx0" brushRef="#br0" timeOffset="83444.28">23995 1735 0,'0'0'0,"0"0"16,24-8-1,9-5-15,-2-4 16,-8-4-1,-10-4 1,-10-4-16,-11 3 16,-11 7-16,-3 12 15,-3 13 1,2 11-16,7 12 31,5 12-31,10 8 0,6-2 16,9-5-1,8-4-15,4-9 16,1-8 0,1-10-16,-3-10 15,-3-10 1,0-14-16,0-15 16,2-14-1,-2-8-15,-1 7 16,-3 13-16,-1 17 15,4 18 1,7 17-16,6 15 16,5 10-1,2 1-15,-1-3 16,-6-2 0,-7-10-16,-7-7 15,-9-6 1,-11-10-16,0 0 15,0 0 1,-6-10-16,-4-10 16,0-9-1,4-16-15,2-6 16,4-8-16,3 0 16,5 8-1,9 13-15,11 8 16,0 9-1</inkml:trace>
  <inkml:trace contextRef="#ctx0" brushRef="#br0" timeOffset="83678.63">25471 1549 0,'-27'14'0,"-19"10"0,-20 8 16,-16 7 0,-6 5-16,5-4 15,23-9 1</inkml:trace>
  <inkml:trace contextRef="#ctx0" brushRef="#br0" timeOffset="84006.72">25647 1141 0,'11'22'0,"10"16"0,5 13 15,-5 11 1,-1 9-16,2 6 15,0-3 1,6-7 0,4-8-16,-1-13 15,-1-21-15,-8-13 16,-7-6 0</inkml:trace>
  <inkml:trace contextRef="#ctx0" brushRef="#br0" timeOffset="84209.82">26007 1378 0,'-22'3'0,"-18"5"16,-11 13-1,-12 7-15,-5 8 16,-2 0-1,10-1-15,16-10 16,15-10 0</inkml:trace>
  <inkml:trace contextRef="#ctx0" brushRef="#br0" timeOffset="84990.99">26401 1353 0,'-18'0'0,"-13"9"15,-3 14-15,-2 12 16,2 4-1,5 3-15,10-4 16,11-6 0,12-7-1,9-9-15,5-7 16,5-9-16,1-8 16,2-9-1,-4-9-15,1-12 16,2-10-1,-6-5-15,-2 5 16,-4 12 0,-5 16-16,1 16 15,0 16 1,-1 12 0,2 10-16,2 4 15,1-5-15,1-4 16,1-8-1,-3-5-15,1-8 16,-1-10 0,0-8-16,-2-9 15,0-10 1,2-10-16,0-9 16,-1 0-1,-1 6-15,-4 14 16,0 14-1,0 14-15,4 15 32,3 12-32,5 12 0,2 10 15,2 12 1,1 6-16,4 1 16,1 4-16,3-1 15,-1 0 1,-1 2-1,-3-5-15,-7-5 16,-6-6 0,-10-14-16,-9-20 15,-2-14 1</inkml:trace>
  <inkml:trace contextRef="#ctx0" brushRef="#br0" timeOffset="85350.32">26527 1311 0,'35'-25'0,"25"-9"15,12 5-15,1 9 16,-4 8 0,-2 9-1,-5 9-15,-9 10 16,-7 11-16,-15 10 16,-14 10-1,-18 8-15,-21-1 16,-18-4-1,-17-10-15,-20-2 16,-22-2 0,-23-6-16,18-10 15</inkml:trace>
  <inkml:trace contextRef="#ctx0" brushRef="#br0" timeOffset="96302.24">9482 11223 0,'0'0'0,"0"0"16,0 0-16,0 0 15,0 0 1,0 0-16,0 0 16,4-14-1,2-9-15,0 3 16</inkml:trace>
  <inkml:trace contextRef="#ctx0" brushRef="#br0" timeOffset="103207.73">21866 5496 0,'-7'32'0,"-2"21"15,3 12 1,0 11-16,0 10 15,-1 14 1,3 8-16,-2 1 16,1-3-1,1-5-15,0-5 16,-5-8 0,-2-8-16,2-7 15,-4-10 1,0-11-16,3-11 15,-4-11 1,-3-8 0,-3-7-16,-6-5 0,-4-8 15,-7 0 1,-6-2-16,-5 0 16,-5 5-1,-3 2 1,-4 7-16,-2 7 15,-4 10 1,1 9-16,2 9 16,3 13-1,6 14-15,4 12 16,5 8 0,4 9-16,7 3 15,11 5 1,10 2-16,13 4 15,12-1 1,12-5-16,11-3 16,15-6-1,16-12-15,15-16 16,11-16 0,12-16-16,5-14 15,2-15 1,-1-15-16,-1-16 15,-2-14 1,-3-10-16,-5-14 16,-7-10-1,-8-9-15,-9-8 16,-13-5 0,-12-9-16,-11-1 15,-9-6 1,-8-4-16,-12-5 15,-13 1 1,-13-1-16,-12 3 16,-9 9-1,-8 13-15,-4 14 16,-6 14 0,-3 12-1,1 12-15,3 13 16,4 9-1,1 1-15,14 2 16</inkml:trace>
  <inkml:trace contextRef="#ctx0" brushRef="#br0" timeOffset="103817.04">21354 8092 0,'-26'-36'0,"-12"-23"0,3-5 15,10 2 1,12 1-16,10 7 16,8 8-1,8 8-15,6 8 16,6 13-1,6 12-15,6 13 16,3 10 0,8 11-16,0 6 15,2-6 1,1-5-16,-3-10 16,0-6-1,-5-8-15,-7-4 16,-8-13-1,-1-5-15,-6-12 16,-5-13 0,1-11-16,-6-9 15,-5-1 1,-6 4 0,-4 10-16,0 11 15,1 18-15,3 25 16,-11-5-1,-1 7-15</inkml:trace>
  <inkml:trace contextRef="#ctx0" brushRef="#br0" timeOffset="104426.35">21530 8867 0,'-3'52'0,"2"30"16,0 12-16,0 7 16,6 7-1,-2 7-15,-1 10 16,2 9-1,-2 10 1,0 10-16,-2 6 16,3 5-1,-3 5-15,2 2 16,1 1 0,3-3-16,0-8 15,-2-6-15,-6-7 16,5-4-1,1-7-15,-4-7 16,-1-7 0,-2-7-16,-3-9 15,2-6 1,-5-8-16,-4-9 16,0-13-16,-1-18 15,4-18 1</inkml:trace>
  <inkml:trace contextRef="#ctx0" brushRef="#br0" timeOffset="107847.84">21958 5343 0,'0'0'0,"0"0"15,24 9-15,14 3 16,6-1-1,10-2-15,9-5 16,12-4 0,11-3-16,13-4 15,10-3 1,10 0-16,12-3 16,8 3-1,5 3 1,3 2-16,4 0 15,1 3 1,-1-3-16,-5 1 16,-9 0-1,-13 4-15,-13 1 16,-17-1 0,-16 3-1,-10 0-15,-13 3 16,-11 1-16,-7 4 15,-7 4 1,-7 5-16,-5 3 16,-4 11-1,-2 9-15,-4 7 16,-1 12 0,-4 9-16,-3 6 15,-3 6 1,0 2-1,-2 4-15,-2 3 16,-2-2 0,-3-2-16,-2-4 15,-3-6 1,-3-11-16,0-10 16,1-13-1,-1-11-15,3-10 16,-1-8-1,-4-10-15,0-6 16,1-6 0,1-9-16,1-3 15,7-1 1,6-5-16,10-2 31,10 0-31,15-3 0,14 1 16,13 5-1,12 6-15,10 6 16,8 9 0,1 10-16,3 10 15,0 12 1,-5 11-16,-8 16 16,-12 12-1,-20 13-15,-23 7 16,-27 11-1,-28 5-15,-29 2 16,-24-3 0,-20-4-16,-16-12 15,-10-9 1,-4-13 0,0-13-16,9-16 15,14-17 1,21-20-16,23-16 15,24-14 1,27-11-16,26-9 16,26 0-1,26 1-15,23 5 16,17 11 0,14 13-16,8 11 15,3 13 1,4 13-16,0 13 15,-7 14 1,-11 10-16,-19 13 16,-21 7-1,-27 2 1,-34 4-16,-38 3 16,-38-4-1,-36-3-15,-24-10 16,-17-5-16,-9-11 15,-5-10 1,6-7 0,17-11-16,27-12 15,31-16 1,31-9-16,28-12 16,37-7-1,30-1-15,30 4 16,23 5-1,13 10-15,9 14 16,3 12 0,-11 15-1,-7 13-15,-11 13 16,-15 12-16,-20 10 16,-22 3-1,-26 3-15,-36 1 16,-30 2-1,-32-5-15,-29-8 16,-20-9 0,-12-10-16,-2-10 15,1-11 1,15-13-16,18-15 16,29-15-1,28-14-15,27-12 16,31-6-1,32-5 1,30 2-16,26 7 16,20 13-1,9 15-15,5 12 16,-4 16-16,-7 12 16,-15 13-1,-15 11 1,-19 8-16,-21 5 15,-21 6 1,-23 5 0,-27-1-16,-25-2 15,-23-5-15,-19-6 16,-12-6 0,-8-10-16,3-9 15,0-8 1,12-14-16,13-15 15,17-10 1,20-9-16,26-13 16,24-5-1,24-4 1,29 0-16,21 6 16,17 12-1,10 7-15,4 9 16,-1 13-1,-6 13-15,-14 14 16,-17 8 0,-19 8-16,-20 8 15,-26 10 1,-24 9-16,-19 0 16,-18 2-1,-12 0-15,-5 3 16,1 3-1,8-1-15,8 1 16,14-2 0,11 4-16,11 2 15,13 2 1,15 2-16,10 1 16,6 0-1,3 0-15,3 5 16,-2 1-1,-5 3-15,-6-1 16,-4 3 0,-5 0-1,-1-5-15,0-5 16,1-7 0,-2-8-16,-1-8 15,1-8 1,0-3-16,-2-5 15,0-2 1,-5-4-16,-2-7 16,-5-5-1,-7-1 1,-6-6-16,-7-3 16,-6-6-16,-8-1 15,-6-4 1,-9-4-16,-6 3 15,-8-3 1,-6-2-16,-5-4 16,-2 0-1,-4-1-15,-5 4 16,-4-2 0,0 1-16,0 0 15,1 0 1,-1 1-16,0-2 15,-1-1 1,0 3-16,-1-1 16,-2 2-1,2-2-15,3 0 16,-2 0 0,2 3-16,2 1 15,2 1 1,4 3-16,1 2 15,5-2 1,4-2-16,2 1 16,5 1-1,0 0-15,3 1 16,6-2 0,4 2-16,6-3 15,8-2 1,10-3-16,7-2 15,11-2 1,11-12-16,7-12 16,3 2-1</inkml:trace>
  <inkml:trace contextRef="#ctx0" brushRef="#br0" timeOffset="112987.9">29419 5046 0,'-58'-11'0,"-38"-3"0,-10 0 16,-9 4-1,-5 2 1,-6 0-16,-5 4 15,-6 0 1,-1-3-16,4 4 16,6 0-1,10 2-15,7-5 16,10 2 0,10 4-16,11 1 15,14 1 1,14 2-16,14 3 15,12 7 1,10 7-16,4 7 16,6 5-1,2 8-15,1 9 16,3 8 0,2 9-16,0 7 15,4 11 1,0 7-16,3 6 15,2 1 1,-2 1-16,3-2 16,-3-1-1,0-9 1,-2-8-16,-1-12 16,-1-11-1,-1-11-15,-1-14 16,-1-10-1,-2-8-15,0-14 16,0 0-16,0 0 16,-9 3-1,-21-7-15,-13 1 16,-19 3 0,-13 6-16,-11 6 15,-7 9 1,-3 9-16,1 11 15,3 13 1,3 8-16,10 6 16,8 7-1,18-1-15,23 0 16,20-6 0,24-6-1,19-10-15,22-11 16,16-9-16,14-14 15,9-10 1,5-14-16,-2-7 16,-6-8-1,-9-8-15,-12-4 16,-15-5 0,-19-3-1,-20 2-15,-24 1 16,-27 9-1,-26 14-15,-27 13 16,-19 19 0,-10 15-16,-6 16 15,3 10 1,7 10-16,17 7 16,23 2-1,26 0-15,29-2 16,24-8-1,22-9-15,22-9 16,16-8 0,14-12-16,11-9 15,3-12 1,-2-8 0,-4-8-16,-6-8 15,-17-6-15,-20-1 16,-16-5-1,-25-1 1,-25 2-16,-27 11 16,-24 13-1,-20 15-15,-14 17 16,2 13 0,2 12-16,8 14 15,17 5 1,20 5-16,22 4 15,23-5 1,23-6-16,22-6 16,17-10-1,13-13-15,11-14 16,7-12 0,0-11-16,-1-9 15,-3-6 1,-8-7-16,-10-6 15,-16-6 1,-16-1-16,-18-3 16,-19 4-1,-23 7-15,-21 12 16,-21 13 0,-10 15-16,-5 14 15,2 12 1,6 11-16,8 8 15,13 8 1,15 7-16,17 1 16,20-1-1,21-7-15,19-16 16,15-12 0,13-12-16,12-15 15,5-13 1,8-8-16,-2-11 15,-1-9 1,-9-4-16,-10-5 16,-15-3-1,-21-1-15,-20 3 16,-22 6 0,-24 9-16,-23 14 15,-21 18 1,-13 18-1,-6 17-15,-3 19 16,6 15 0,11 11-16,16 2 15,23-5 1,29-13-16,25-12 16,20-13-1,16-13-15,15-9 16,11-12-1,2-9-15,4-8 16,3-10 0,-10-1-16,-10-3 15,-14 0 1,-14 0-16,-17-3 16,-16-1-1,-17 7-15,-17 10 16,-15 12-1,-8 14 1,-3 13-16,2 12 16,4 9-1,12 6-15,14 4 16,10 8-16,9 1 16,11 0-1,12-4-15,9-4 16,3-9-1,3-12-15,2-10 16,2-10 0,-2-8-1,-3-3-15,-1-6 16,-4-5 0,-2-2-16,-2-3 15,-1 2-15,-4-1 16,0-2-1,-8-1-15,0 0 16,0 0 0,0 0-16,0 0 15,0 0-15,9 2 16,-9-2 0,0 0-16,0 0 15,6 6 1,-3 1-16,-1 0 15,-2-7 1,3 8-16,-3-8 16,3 10-16,-1-1 15,-1 1 1,-1-1-16,0-1 16,0-1-1,2 1-15,1 1 16,0-2-1,-2 2-15,-1 1 16,0-1 0,2 3-16,1-1 15,-1 1 1,-1-1-16,2 1 16,0 1-1,-1-1-15,1 1 16,0 3-16,-1 2 15,2-1 1,-1 2 0,-1 2-16,-1 1 15,1 2-15,1 1 16,-1 0 0,-2-1-1,-1 1-15,0 3 16,0 1-16,2 3 15,-1 1 1,-1 4-16,0 0 16,1-3-1,0 3-15,0 2 16,0 1 0,2 0-16,0 0 15,-1 0 1,1 3-1,1 1-15,-1 2 16,-1 0-16,-1 0 16,0 0-1,2-1-15,-1-1 16,-1 1 0,0 0-16,2-1 15,0-1-15,-2 4 16,-1-1-1,0-2-15,-2-1 16,0-5-16,1-4 16,1-3-1,0-4-15,3-3 16,0-5 0,-1-4-16,-1-4 15,0-1-15,-1-2 16,1-8-1,0 0-15,0 0 16,0 0-16,0 0 16,0 0-1,0 0-15,0 0 16,0 0-16,0 0 16,0 0-16,0 0 15,0 0 1,0 0-16,0 0 15,0 0-15,0 0 16,0 0-16,0 0 16,0 0-1,0 0-15,0 0 16,0 0-16,0 0 16,0 0-16,3 6 15,-3-6 1,8 4-1,-8-4-15,10 3 0,1-2 16,2-1 0,0-1-16,-1-2 15,3-1 1,-1-1-16,4 1 16,0 0-1,1-3-15,0 0 16,0 3-1,0 0-15,1 1 16,-2 1 0,2-4-16,-1 2 15,-4 0 1,0-1-16,-1 3 16,5-3-1,-4 2-15,3 0 16,0 0-1,3-3-15,0 2 16,1 1 0,1-1-16,-1 1 15,2 1-15,-3-1 16,2 0 0,0-2-16,4 2 15,2-1 1,2 0-16,3-1 15,0-2 1,0 3-16,-1 0 16,0 0-1,3-2-15,1 2 16,4-1 0,1-1-16,5-1 15,3 0 1,5 1-16,0-1 15,1 2 1,-3 0-16,0 1 16,1-1-1,0 1-15,-3 1 16,0 2 0,3-2-16,1 0 15,4 2 1,0-3-16,3 1 15,0 1 1,-1 1-16,-2 0 16,-1 1-1,2 0-15,2 0 16,1 0 0,2 0-16,0-2 15,0-1 1,3 2-16,-5 0 15,0-2 1,-1-1-16,-3 1 16,-3-2-1,3 1-15,0-2 16,1-1 0,0 1-1,-1-1-15,1 0 16,0 1-1,-1 0-15,2-5 16,-4-9 0,0-5-16,-14 6 15</inkml:trace>
  <inkml:trace contextRef="#ctx0" brushRef="#br0" timeOffset="118456.05">29361 4986 0,'0'0'0,"0"0"0,0 0 16,0 0-16,0 0 15,0 0 1,0 0-16,0 0 16,0 0-1,0 0-15,0 0 16,0 0-1,0 0-15,0 0 16,0 0 0,16-1-16,1 1 15,-4 3 1,-10 6-16,-7 4 16,-5-2-16,-4 2 15,1-2 1,-2-2-16,3 0 15,2 2-15,0-3 16,3-2 0,6-6-16,0 0 15,0 0 1,-6 5-16,6-5 16,0 0-16,0 0 15,0 0 1,0 0-16,0 0 15,2 5 1,5-2-16,4 0 16,1-2-16,3-1 15,3-1 1,1 1-16,0 1 16,2-1-1,2 3-15,3 0 16,4 1-1,-2 1-15,3 0 16,-3 1 0,2-3-16,-1 2 15,1-1 1,-1 1-16,-3-1 16,2 1-1,1 0-15,-2 0 16,0-1-16,1-2 15,-2-1 1,2-1-16,0 2 16,-3 1-1,-1-3-15,1 0 16,-2 1 0,1-1-16,0-1 15,-2 0 1,2 0-16,4 1 15,-4 0 1,-2 0-16,0 0 16,1 0-16,3 0 15,2-2 1,2-1-16,1-1 16,2-1-1,0 1-15,-3 1 16,-3 0-1,-3 0-15,-1 0 16,0 1 0,1-1-16,3-1 15,0 2-15,-1 1 16,-1-2 0,0 0-16,-1 2 15,-3-1 1,-6 1-16,0-1 15,-1-1-15,0 2 16,1 0 0,-2 0-16,-1-1 15,0-1 1,0 2-16,-4 1 16,1 0-1,-2-1-15,0 0 16,2 1-1,-1 0-15,-1 0 16,3-2 0,-2-2-16,3 3 15,0 0-15,-11 1 16,11-1 0,-3 1-16,1 2 15,-9-2-15,8 2 31,-8-2-31,8 1 0,0-1 16,1-1-16,-9 1 16,9 0-1,-1 1-15,-8-1 16,9 3 0,-9-3-16,8 3 15,-8-3 1,8 2-16,-8-2 15,0 0 1,8 3-16,-1 2 16,-7-5-1,7 7-15,-1 0 16,0 0-16,3 3 16,-1 1-1,-2 2 1,-1 0-16,-1 2 15,1 4-15,-1-3 16,-1 4 0,0-1-16,0 1 15,2 0 1,-2 3-16,2 2 31,-2-2-31,0 2 0,1 2 16,-1-1-16,-1 1 15,0 5 1,-2-1-16,-2 3 16,1-2-16,0 2 15,-2 1 1,-3 0-16,0 1 16,3 3-1,0 2-15,-1 2 16,0 5-16,-1-3 15,-2 5 1,1 3 0,-1 1-16,0 2 15,-2 4 1,0 2-16,1 3 16,-2 1-1,1 3-15,2-1 16,1-3-1,0 0 1,3-1-16,-1 2 16,1-5-16,1-4 15,1-2 1,1-7-16,0 0 16,0-7-1,2-6-15,0-4 16,0-6-1,2-7 1,-1 0-16,-1-2 16,1-7-16,-2 0 15,-1-9 1,0 0-16,2 8 16,-2-8-1,0 0-15,0 0 16,0 0-1,0 0-15,0 0 16,0 0 0,0 0-16,0 0 15,0 0 1,0 0-16,0 0 16,2 8-16,-2-8 15,0 0 1,0 0-16,0 0 15,0 0 1,0 0-16,0 0 16,0 0-16,0 0 15,0 0 1,0 0-16,0 0 16,0 0-1,0 0-15,0 0 16,0 0-16,0 0 15,1 9 1,-1-9-16,0 0 16,0 0-1,0 0-15,0 0 16,0 0-16,0 0 16,0 0-1,0 0-15,0 0 16,0 0-16,0 0 15,0 0 1,0 0 0,0 0-16,0 0 15,0 0-15,0 8 16,0-8-16,0 0 16,0 0-1,0 0-15,0 0 16,0 0-1,0 0-15,0 0 16,0 9-16,0-9 16,2 8-1,-2-8-15,0 0 16,0 0 0,0 0-16,0 0 15,0 0-15,0 0 16,0 0-1,0 0-15,0 0 16,0 0-16,0 0 16,0 0-1,0 0-15,0 0 16,0 0 0,0 0-1,0 0-15,0 0 16,0 0-16,0 0 15,0 0-15,0 0 16,0 0 0,0 0-16,0 0 15,0 0-15,0 0 16,0 0 0,0 0-16,0 0 15,0 0 1,0 0-16,0 0 15,0 0-15,0 0 16,0 0 0,0 0-16,0 0 15,0 0-15,0 0 16,0 0 0,0 0-16,0 0 15,0 0 1,0 0-16,0 0 15,0 0-15,0 0 16,0 0 0,0 0-16,0 0 15,0 0 1,0 0-16,0 0 16,0 0-16,0 0 15,0 0 1,0 0-16,0 0 15,0 0 1,0 0-16,0 0 16,0 0-16,0 0 15,0 0 1,0 0-16,0 0 16,0 0-1,0 0-15,0 0 16,0 0-16,0 0 15,0 0 1,0 0-16,0 0 16,0 0-1,0 0-15,0 0 16,0 0 0,0 0-16,0 0 15,0 0-15,0 0 16,0 0-16,0 0 15,0 0 1,0 0-16,0 0 16,0 0-1,0 0-15,0 0 16,0 0-16,0 0 16,0 0-1,0 0-15,0 0 16,0 0-1,0 0-15,0 0 16,0 0-16,0 0 16,0 0-1,0 0-15,0 0 16,0 0-16,-3 9 16,-4-3-1,-9-2-15,-8 2 16,-8 2-1,-6 2-15,-3 2 32,-9 1-32,-1 2 0,2-1 15,2 3 1,10 4-16,4 6 16,9 0-1,9 1-15,12 0 16,10-3-1,11-4-15,11 0 16,7-4 0,6-3-16,4-3 15,0-1 1,-6-2-16,-2 0 16,-11 5-1,-8-2-15,-11 3 16,-8 3-1,-9 5-15,-7 5 16,-6 4 0,-5-1-16,-1 8 15,1 1 1,2 4-16,9 5 16,7 4-1,7 2-15,9 0 16,5 2-1,4 4 1,1 5-16,0 4 16,-1 3-16,1 4 15,-4 8 1,0 2-16,-4 3 16,-1 6-1,-2 2-15,-1 3 16,-4 1-1,-2 2 1,-4 3-16,-2 1 16,-2 1-1,-1 1-15,-3 2 16,1 1 0,1-4-16,-1-2 15,2-3 1,-3-4-16,4 1 15,3-4 1,1-1-16,4-5 16,1-3-1,0-3-15,2-5 16,2-6 0,-2-7-16,-1-7 15,-1-8 1,2-7-16,1-4 15,-1-9 1,-1-6-16,-1-3 16,0-4-1,0-5 1,0-4-16,0 1 16,0-10-16,0 8 15,0-8 1,-1 9-16,1-9 15,-1 8 1,1-8-16,-3 8 16,0 1-1,-4-1-15,0 5 16,1 0-16,2-2 16,-2 2-1,-1-2-15,-3 1 16,1 4-1,-1-4-15,-3 1 16,-9-4 0,-7 1-16,-14 1 15,-11-1 1,-11 1-16,-10-2 16,-9 3-1,-5 3-15,-5 3 16,-4-9-1,2-1-15,23-3 16</inkml:trace>
  <inkml:trace contextRef="#ctx0" brushRef="#br0" timeOffset="119549.68">27131 8117 0,'0'0'0,"0"0"16,30-13-16,22-3 16,17-4-1,11-1-15,10 5 16,11-1-1,8 4 1,0-1-16,1 1 16,-3 3-1,-7 2-15,-10 1 16,-7 4-16,-12 0 16,-9 2-1,-7 4 1,-8 3-16,-7 6 15,-8 4 1,-8 2-16,-4 6 16,-5 6-1,-4 12-15,-1 6 16,2 6 0,-3 7-16,0 3 15,-1 2 1,2 2-16,-1 0 15,-1-2 1,-1-4-16,-1-2 16,-1-4-1,1-8-15,1-5 16,0-6 0,-1-3-1,0-2-15,2-10 16,0-8-1</inkml:trace>
  <inkml:trace contextRef="#ctx0" brushRef="#br0" timeOffset="119940.26">29504 8908 0,'0'0'0,"0"0"16,-36 10-16,-27 8 15,-17 0-15,-14 2 16,-7-1-1,-5 2 1,0 0-16,1 0 16,4-3-16,9-3 15,13-1 1,11 3 0,10-2-16,11-3 15,17 1 1,18-6-16,12-7 15,-4 5-15</inkml:trace>
  <inkml:trace contextRef="#ctx0" brushRef="#br0" timeOffset="120268.35">29411 9011 0,'0'0'0,"-3"28"15,-6 16-15,-6 8 16,-6 0-1,-3-3-15,-1-4 16,3-8 0,5-5-16,4-7 15,4-4 1,3-7 0,6-14-16,-3 4 15</inkml:trace>
  <inkml:trace contextRef="#ctx0" brushRef="#br0" timeOffset="120533.95">29135 9156 0,'0'0'0,"-10"21"0,-6 12 15,-2 7 1,1 4-16,1 1 16,-4-1-1,3-1-15,1-5 16,0-7 0,-1-11-16,1-11 15,4-7 1</inkml:trace>
  <inkml:trace contextRef="#ctx0" brushRef="#br0" timeOffset="120799.54">28766 9206 0,'-20'40'0,"-4"18"0,-2 3 16,0-3 0,4-6-16,3-9 15,2-12 1,1-13-16,4-10 15</inkml:trace>
  <inkml:trace contextRef="#ctx0" brushRef="#br0" timeOffset="121065.14">28447 9249 0,'-14'29'0,"-7"15"0,-3 9 16,-3 7-1,1 4-15,-2 9 16,-6-1-1,6-15-15</inkml:trace>
  <inkml:trace contextRef="#ctx0" brushRef="#br0" timeOffset="128189.36">21337 12320 0,'19'-13'0,"10"-6"0,6 3 15,-7 6 1,0 10-16,-2 8 16,-7 8-1,-4 8 1,-3 7-16,-3 12 0,-4 8 16,-8 11-1,-4 9-15,-6 6 16,-3 7-1,-1 1-15,0 3 16,6 3 0,7 5-16,4-3 15,-2-9 1,-2-6-16,-3-8 16,-6-13-1,3-15-15,7-19 16,3-11-1</inkml:trace>
  <inkml:trace contextRef="#ctx0" brushRef="#br0" timeOffset="128501.82">21907 13622 0,'12'16'0,"-4"6"16,-13-1-16,-18-6 15,-21-6 1,-16-5-16,-17-2 16,-12-5-1,-5 0-15,-5 0 31,-6 2-31,-2 0 0,3 1 16,6 0 0,11 2-16,18-3 15,27-9 1,18 0-16</inkml:trace>
  <inkml:trace contextRef="#ctx0" brushRef="#br0" timeOffset="128798.66">22067 13657 0,'-4'28'0,"-8"16"15,-13 7-15,-11 2 16,-13 1 0,-12 3-16,-8-3 15,-3-4 1,2-7-16,7-11 16,12-13-1,17-17-15,12-6 16,9 0-1</inkml:trace>
  <inkml:trace contextRef="#ctx0" brushRef="#br0" timeOffset="129001.77">21446 13792 0,'-32'37'0,"-14"25"16,-8 8 0,-1 4-16,-1-5 15,11-19 1</inkml:trace>
  <inkml:trace contextRef="#ctx0" brushRef="#br0" timeOffset="129220.49">20943 13835 0,'-23'40'0,"-21"30"15,-19 21 1,-13 9-16,2-10 16,17-24-1</inkml:trace>
  <inkml:trace contextRef="#ctx0" brushRef="#br0" timeOffset="158826.6">22444 10057 0,'64'-4'0,"34"-2"0,14-1 16,-1-1-1,0 1 1,-4-4-16,0-2 16,-5 1-16,-2 2 15,-5-3 1,-6 2 0,-4 0-16,-6 1 15,-8 0 1,-6 3-16,-6 3 15,-12-3 1,-15 1-16</inkml:trace>
  <inkml:trace contextRef="#ctx0" brushRef="#br0" timeOffset="159310.93">22478 9564 0,'6'71'0,"4"34"15,2 11-15,-1-3 32,-3-6-32,-1-9 0,2-6 15,-3-5 1,-1-7-16,-1-8 16,0-9-1,-1-10-15,0-15 16,0-14-1</inkml:trace>
  <inkml:trace contextRef="#ctx0" brushRef="#br0" timeOffset="160373.31">22519 10074 0,'0'0'0,"0"0"16,-4-13-1,-2-6-15,3-5 16,0-2 0,4-3-16,3-2 15,4-1 1,3-3-16,3-2 15,-2 3 1,3-2-16,3 0 16,2 1-1,6 4-15,4 3 16,4 2 0,1 7-16,2 1 15,-4 4 1,-1 8-1,3 3-15,-1 6 16,1 5 0,-2 5-16,-2 7 15,-3 5 1,0 5-16,3 5 16,-1 3-1,1 4-15,-3 5 16,-1-1-1,2 6-15,1 3 16,1-1 0,-1 1-16,0-1 15,3-1 1,-2 1-16,0 1 16,0-2-1,2 0-15,1-1 16,0-6-1,1-5-15,-1-2 16,3-6 0,-3-6-1,0-6-15,-3-5 16,1-7 0,-5-3-16,-5-8 15,1-5-15,-4-3 16,0-8-1,-4-6-15,1-6 16,-2-2 0,-4-3-16,-2-1 15,-2-4 1,-1-2 0,0-5-16,-2 0 15,-1-2 1,-2 2-16,0 1 15,-1 3 1,-2 3-16,-3 5 16,2 2-1,2-3-15,2 5 16</inkml:trace>
  <inkml:trace contextRef="#ctx0" brushRef="#br0" timeOffset="162435.59">3085 8670 0,'0'0'0,"26"-5"0,21-7 16,6 2-1,12-1-15,14 3 16,11 1 0,11 1-16,5 1 15,9-1 1,5 0-16,1 1 15,-3-2 1,-7 3-16,-7 3 16,-10 0-1,-6 0-15,-11 0 16,-14 0 0,-13 0-16,-10 1 15,-17 0-15,-8 0 16,-15-4-1,-5 1-15</inkml:trace>
  <inkml:trace contextRef="#ctx0" brushRef="#br0" timeOffset="162841.79">3245 8296 0,'-4'94'0,"2"44"0,-4 6 16,0-6-1,-1-9-15,0-14 16,3-14-1,0-17-15,6-19 16,0-19 0,0-18-16</inkml:trace>
  <inkml:trace contextRef="#ctx0" brushRef="#br0" timeOffset="163841.68">3261 8670 0,'-6'-13'0,"2"-10"15,3-1 1,6-3-16,7-4 16,5-1-1,5-6-15,4-3 16,2 0-1,2-1-15,0 0 16,4 1 0,-2 2-16,-2 6 15,4 4 1,-1 4-16,1 4 16,-1 4-1,-4 7-15,1 8 16,-2 4-1,0 8-15,-4 7 16,0 5 15,1 6-31,-2 8 0,-1 4 16,1 6-16,-3 2 16,2 4-1,-1 4-15,1 2 16,-1 1-1,-1 2-15,2 2 16,-2 0 0,2-4-16,2 1 15,2-3 1,-1-4-16,5-4 16,-2-5-1,2-7-15,0-3 16,2-3-1,2-4 1,-1-9-16,2-7 16,-1-4-1,-4-7-15,-1-4 16,-3-8 0,-1-4-16,0-6 15,-3-7 1,-5-5-1,-2-6-15,-2-2 16,-7-6-16,1 1 16,-5-4-1,-2 0-15,0 0 16,-2 2 0,-2 1-16,0 0 15,3 3 1,-2 7-16,6 5 15,6 7 1,0 5-16,0 4 16</inkml:trace>
  <inkml:trace contextRef="#ctx0" brushRef="#br0" timeOffset="170106.63">9751 6824 0,'77'8'0,"36"3"0,10 1 16,4-3-1,3-3-15,6-3 16,2-3-1,7-1-15,6-2 16,5-2 0,1 1-16,0 0 15,-4 4 1,-5 1-16,-8-1 16,-1 0-1,-8-1-15,-12 0 16,-10-2-1,-12-2-15,-20 1 16,-18-2 0,-19 0-16,-16-10 15,-13 0 1</inkml:trace>
  <inkml:trace contextRef="#ctx0" brushRef="#br0" timeOffset="170715.94">10169 5837 0,'-6'72'0,"-4"41"16,3 16-16,5 15 15,2 6 1,2 3-16,-3 4 15,-5 2 1,-1-1-16,-5-2 16,-5-5-1,2-7-15,-2-8 16,0-12 0,-2-9-16,3-21 15,6-19 1,7-22-16,9-19 15,8-21 1,5-26-16,-3-5 16</inkml:trace>
  <inkml:trace contextRef="#ctx0" brushRef="#br0" timeOffset="172028.3">10236 6850 0,'0'0'0,"0"0"16,-11-7 0,-3-5-16,1-5 15,7-5 1,8-6-16,5-5 16,6-8-1,2-3-15,3-2 16,-1-1-1,2 0-15,2-3 16,2-4 0,9-1-1,2 5-15,4 0 16,1 8 0,4 3-16,3 8 15,1 6 1,1 7-16,-4 5 15,2 6 1,-2 7-16,0 7 16,-3 5-1,-1 6-15,0 5 16,-2 8 0,2 3-16,-1 4 15,1 3 1,-1 5-16,-1 4 15,0 3 1,1 1 0,-3 1-16,-1 4 15,-1 2-15,0 0 16,-1 5 0,1 0-16,-3 1 15,0 0 1,3-6-16,0 0 15,1-4 1,-2 0-16,1-3 16,0-1-1,3-1 1,-3-6-16,5-5 16,-2-2-1,0-5-15,-1-2 16,4-4-1,-4 0-15,1-6 16,-3-1 0,1-5-16,-2-4 15,0-4 1,1-1-16,-3-6 16,4-2-1,-7-5-15,0-2 16,-3-5-1,0-3 1,1-6-16,-2-4 16,-3-3-16,-1-6 15,1-2 1,-4-2-16,-1-2 16,-1-4-1,1 2-15,-2-3 16,-1-2-1,0 0-15,-1 1 16,1-1 0,0-1-16,-1 5 15,-3 2 1,0 0-16,4 2 16,1-7-1,-1 9-15</inkml:trace>
  <inkml:trace contextRef="#ctx0" brushRef="#br0" timeOffset="181511.63">27759 7089 0,'0'0'0,"0"0"16,0 0-16,25-7 16,20-6-16,16-4 15,11-1 1,11 0-16,8-1 16,9 3-1,2-1 1,2 3-16,3 3 15,2 1 1,2 1-16,4-1 16,1 2-1,-4-1-15,1 4 16,-5 1 0,-3-1-16,-5 1 15,-7 0-15,-8 0 16,-11 0-1,-12-1 1,-12 2-16,-11 0 16,-10-2-1,-13-6 1,-8 2-16,-5 2 16</inkml:trace>
  <inkml:trace contextRef="#ctx0" brushRef="#br0" timeOffset="182058.44">27910 6152 0,'-1'67'0,"1"35"0,1 12 16,1 1-1,3 1-15,0 1 16,0-1-1,-1 0-15,-3-5 16,-1-8 0,1-7-16,-1-8 15,-1-14 1,0-14-16,3-14 16,1-12-1,4-15-15,0-11 16,-2-5-1</inkml:trace>
  <inkml:trace contextRef="#ctx0" brushRef="#br0" timeOffset="183402.05">27919 7046 0,'0'0'0,"0"0"16,0 0-16,2-20 15,1-11 1,4-3-1,-2 0-15,-1 0 16,1-2-16,-1 0 16,-1 1-1,0 0-15,2-2 16,2-1 0,2-2-1,4-1-15,3-1 16,1 3-1,1-3-15,1 6 16,2 2-16,0 6 16,2 1-1,3 2 1,3 4-16,-1 4 16,3 6-1,-1 4-15,-2 4 16,1 5-16,-1 4 15,-3 3 1,1 8-16,0 3 16,0 4-1,-2 2 1,1 2-16,-1 4 16,0 1-1,0 4-15,0 2 16,2 2-1,-2 2-15,4 0 16,-1 2 0,1 2-16,1 0 15,-2 0 1,-1 1-16,-1 1 16,0 0-1,2-1-15,2 2 16,0 0-1,0-1-15,1-1 16,-2 0 0,1-1-16,-3-4 15,1-2 1,4-2-16,-3-4 16,3-1-1,-1-3 1,4-3-16,-2-3 15,-2-3-15,0-5 16,-1-4 0,-2-4-16,1-6 15,-3 0 1,-1-6-16,1-1 16,-3-4-1,-1-9-15,2-1 16,1-4-1,0-5-15,1-3 16,-2-2 0,-1-4-16,-2-5 15,-1-3 1,-4-3-16,-1-1 16,-3-3-1,-1 1-15,0-4 16,-2 3-1,0 4-15,1 2 16,-3 3 0,-1 4-16,-2 4 15,-3 3-15,-1 5 16,0 4 0,0 5-16,2 0 15,1-1-15,-1 2 16</inkml:trace>
  <inkml:trace contextRef="#ctx0" brushRef="#br0" timeOffset="188463.99">27710 9803 0,'2'39'0,"1"27"16,3 19-16,-1 14 15,1 9 1,1 13-1,1 4-15,-2 4 16,3 0 0,2-3-16,-1-3 15,2-6 1,-3-8-16,0-9 16,-1-8-1,-1-12-15,1-13 16,-3-10-16,-5-13 15,-1-10 1,-3-15-16,-5-13 16,0-8-1,3-2-15</inkml:trace>
  <inkml:trace contextRef="#ctx0" brushRef="#br0" timeOffset="189120.17">27080 10669 0,'22'-23'0,"11"-5"16,1 4 0,5 3-16,4 4 15,6 4 1,9 5-1,7-1-15,7 1 16,3 2-16,8 2 16,6 1-1,5 2 1,7 0 0,6 1-16,4-2 15,6-2-15,7 4 16,5 3-16,6-3 15,1 0 1,3 1 0,-2 5-16,-2 1 15,-7-3-15,-5 4 16,-8 1 0,-3-1-16,-8-1 15,-5-1 1,-11-1-1,-11 1-15,-11 0 16,-12-1 0,-10 2-16,-10 4 15,-15-6 1,-10-3-16</inkml:trace>
  <inkml:trace contextRef="#ctx0" brushRef="#br0" timeOffset="199697.13">27793 10406 0,'0'0'0,"0"0"0,0 0 0,0 0 16,0 0-1,0 0-15,0 0 16,0 0-1,0 0-15,0 0 16,-3 18 0,2 8-16,0 2 15,0-1 1,1 1-16,0-1 16,2-2-1,1 0-15,4-2 16,1 2-1,1-1-15,3 1 16,1 0 0,0-2-16,3 2 15,0 2 1,3-2-16,0 1 16,0-2-1,1 1 1,-1-4-16,4 1 15,-1 2-15,2-5 16,0 0 0,0-3-16,-2-4 15,0-2 1,3-4-16,-4-3 16,3-3-1,2-1-15,-1-2 16,0-3-1,0-5-15,0-2 16,-1-4 0,2-3-16,-2-2 15,-1-4 1,2-3-16,-1-2 16,2 2-1,0-4-15,-3-2 16,1-4-16,0 0 15,-2 1 1,1-1 0,2-3-16,-1 0 15,1-1 1,-2 0-16,1-1 16,0-1-1,0 4-15,-1-1 16,-4 3-16,0-2 15,2-2 1,1 0 0,1 2-16,1 2 15,1 0 1,-2 2-16,1 0 16,2-1-1,-1 1-15,2 2 16,1 3-1,-1 0-15,2 1 16,-2 2 0,-1 1-16,2 5 15,0 2 1,-1 4-16,0 3 16,-3 1-1,3 5-15,0 3 16,0 1-1,1 4-15,-3 4 16,-4 1 0,2 4-16,0 3 15,1 0-15,0 3 16,-2 1 0,2 2-16,-1 6 15,2 1 1,-4 1-16,-1 2 15,1 0 1,-2 2-16,2 0 16,0 3-1,-3 0 1,-2 2-16,-2 2 16,1-3-1,-3 1-15,0 2 31,2-1-31,-3 0 0,-1-1 16,-1 0 0,-1-1-16,-2-1 15,0-1 1,3-1-16,0-3 16,0 1-1,0-4-15,-3-1 16,0-5-1,-1 2-15,1-3 16,0-3-16,-1-1 16,-1-1-1,-1-5-15,-1 0 16,-2-8-16,0 9 16,2-1-1,1 1-15,-1 0 16,0 0-16,-2-9 15,-10 0 1,-2-3-16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7:49:05.128"/>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definitions>
  <inkml:trace contextRef="#ctx0" brushRef="#br0">3757 3965 0,'0'0'0,"0"0"16,-11 36 0,-7 27-16,-1 18 15,-1 12 1,-3 14-16,4 7 15,5 7 1,5-2-16,1-3 16,5-5-1,5-8-15,0-12 16,1-9 0,-3-11-16,-4-16 15,1-12 1,-1-12-1,0-12-15,-3-7 16,-2-6-16,-4-6 16,-8-7-1,-7 0-15,-11 4 16,-10 6 0,-9 10-16,-10 11 15,-4 14 1,-4 16-16,0 17 15,5 17 1,0 14-16,9 11 16,10 12-1,12 6-15,14 0 16,17-1 0,16-5-16,21-6 15,18-6 1,17-16-16,11-15 15,12-17 1,16-18 0,9-19-16,10-15 15,8-17-15,2-16 16,-5-15 0,-7-15-16,-8-15 15,-8-9 1,-8-11-16,-11-13 15,-5-6 1,-16-10 0,-14-10-16,-17-2 15,-24 2 1,-22 4-16,-21 4 16,-20 11-1,-21 12-15,-16 15 16,-6 17-1,-1 17-15,4 20 16,11 20 0,8 22-1,10 14-15,13 1 16,14-8-16</inkml:trace>
  <inkml:trace contextRef="#ctx0" brushRef="#br0" timeOffset="531.19">3202 6568 0,'-15'-22'0,"-4"-20"15,6-12-15,9-10 16,8-5 0,8-2-16,11 8 15,2 12 1,10 17-16,1 16 16,7 17-1,1 19-15,2 19 16,3 9-1,-1 3-15,4-7 16,2-8 0,-6-13-16,-3-12 15,-8-10 1,-6-16-16,1-17 16,-2-18-1,-2-18 1,2-13-16,-2-7 15,-3 6-15,-9 15 16,-6 19 0,-8 24-16,-8 23 15,-13 21 1,-6 19-16,3-3 16,-15 27-1,1-2-15</inkml:trace>
  <inkml:trace contextRef="#ctx0" brushRef="#br0" timeOffset="999.89">3520 7079 0,'-6'41'0,"-4"25"0,2 19 16,2 11-1,2 14-15,2 9 16,-2 12 0,1 6-16,0 12 15,-2 8 1,-4 9-1,0 8-15,-1 7 32,4 4-32,-5 4 0,2 4 15,1 6 1,3 4-16,1-2 16,-2-1-1,0-5-15,3-9 16,-1-13-1,-2-13-15,3-20 16,-1-23 0,8-29-16,5-35 15,-3-22 1</inkml:trace>
  <inkml:trace contextRef="#ctx0" brushRef="#br0" timeOffset="3952.68">3682 4042 0,'32'-8'0,"26"-5"15,17 2-15,9 2 16,9 2-1,13 0-15,7 1 16,11-4 0,13-2-16,10-4 31,11 0-31,2-1 0,3 0 16,-6 3-1,-13 2-15,-11 5 16,-13 2-1,-13 3-15,-13 6 16,-14 4 0,-10 4-16,-11 9 15,-9 8 1,-12 6-16,-8 9 16,-6 7-1,-10 9-15,-3 10 16,-5 9-1,-6 11-15,-1 11 16,-3 7 0,1 3-16,-1-1 15,3-1 1,-2-6-16,-2-6 16,1-3-16,2-6 15,-1-11 1,-1-8-16,1-9 15,2-10 1,-2-10 0,2-10-16,0-9 15,0-9-15,1-12 16,0 0-16,0 0 16,-4-1-1,-4-11-15,2-8 16,1-4-16,8-5 15,10-6 1,8-4-16,9 4 16,11 0-1,14 7-15,18 9 16,15 9 0,8 11-16,6 13 15,3 7 1,-6 14-16,-9 9 15,-12 7 1,-11 11-16,-18 6 16,-22 3-1,-27 4-15,-27-2 16,-30-3 0,-26-7-16,-29-10 15,-17-10 1,-15-4-1,-11-11-15,-2-9 16,14-7-16,26-11 16,29-8-1,31-8-15,30-10 16,31-14 0,31 0-16,30-1 15,28 9 1,21 16-16,17 17 15,10 15 1,-2 19-16,-5 17 16,-16 12-1,-23 6-15,-27 5 16,-28 4 0,-25-1-16,-30-5 15,-30-9 1,-27-7-16,-25-11 15,-26-10 1,-18-10-16,-16-5 16,-3-3-1,13-3-15,24-7 16,34-8 0,30-8-16,28-12 15,30-9 1,32-8-16,36 1 15,31 12 1,23 11-16,14 17 16,5 17-1,-4 17 1,-12 12-16,-15 11 16,-23 6-16,-25 1 15,-25-1 1,-25-3-1,-23-3-15,-28-6 16,-26-8 0,-21-4-16,-22-6 15,-16-7-15,-7-6 16,-4-3 0,14-6-1,24-5-15,27-7 16,25-11-16,25-13 15,27-14 1,31-12 0,33 1-16,28 9 15,16 13 1,11 21-16,1 20 16,-6 16-1,-9 15-15,-18 13 16,-22 11-1,-22 1-15,-24 2 16,-25-3 0,-23-8-16,-27-3 15,-23-6 1,-21-3-16,-12-9 16,-8-4-1,-6-5-15,8-6 16,20-8-1,26-8-15,25-9 16,28-10 0,34-8-16,32 0 15,23 2 1,16 12-16,11 11 16,4 16-1,-5 10-15,-8 15 16,-16 8-1,-22 5-15,-23 4 16,-28 3 0,-30-1-16,-26 0 15,-20 2 1,-16 7-16,-6 5 16,0 7-1,9 9-15,9 6 16,17 4-1,18 3-15,12 1 16,15 1 0,13 0-16,13 1 15,10-1 1,5-4-16,7 1 16,4 0-1,-1-6-15,-2-7 16,-3-5-1,-13-10-15,-7-11 16,-8-10 0,-9-9-16,-12-11 15,-9-8 1,-15-8-16,-13-10 16,-11-5-1,-9-5-15,-12-5 16,-9-1-1,-8-2-15,-11-3 16,-5-1 0,-6-2-16,-7 0 15,-2 2 1,-4 1-16,-1-1 16,0 0-1,3 2-15,4 1 16,0 2-1,5 1-15,3 2 16,2 0 0,7 3-1,6-1-15,7-1 16,8 0-16,5-2 16,7-1-1,6-2-15,6 0 16,9 0-1,6-1-15,8-2 16,12-12 0,12-1-16</inkml:trace>
  <inkml:trace contextRef="#ctx0" brushRef="#br0" timeOffset="7296.27">11980 3812 0,'-21'-4'0,"-17"-4"15,-14 1 1,-12 1-16,-12 0 16,-15 2-1,-15-1-15,-11-4 16,-14-4 0,-9-2-16,-9-2 15,-11-1 1,-7 2-16,-2-4 15,-3 2 1,5 2-16,4 0 16,9 2-1,14 5-15,15-1 16,19 2 0,16 1-16,14 4 15,16 6 1,12 5-16,10 8 15,6 11 1,7 11-16,2 15 16,-1 17-1,-1 17-15,-1 14 16,0 12 0,5 8-16,6 6 15,4 2 1,5 1-1,6 2-15,3-5 16,0-12 0,2-9-16,4-15 15,6-17 1,3-14-16,1-19 16,-1-10-1,-4-15-15,-1-7 16,-6-11-1,-5-5-15,-6-7 16,-8-3 0,-9-2-16,-18 6 15,-14 6 1,-21 9-16,-18 11 16,-8 9-1,0 9-15,6 10 16,14 8-1,16 9-15,12 7 16,19 3 0,18 3-16,21-2 15,23-4 1,27-12 0,30-9-16,20-11 15,19-12 1,6-14-1,4-10-15,-7-9 16,-10-11-16,-16-6 16,-18-4-1,-21-5-15,-26 0 16,-32 2 0,-40 4-16,-45 11 15,-39 11 1,-32 16-16,-14 16 15,-2 18 1,3 14-16,12 14 16,18 14-1,26 7-15,28 4 16,30-1 0,27-8-16,33-8 15,32-15 1,32-15-16,25-10 15,20-11 1,12-11-16,1-12 16,-3-10-1,-7-5 1,-17-7-16,-18-4 16,-24 0-1,-29-1-15,-38 2 31,-44 3-31,-37 15 0,-35 10 16,-21 19 0,-9 16-16,5 16 15,12 13 1,19 13-16,25 10 16,24 4-1,26 0-15,29-6 16,30-11-1,27-17-15,31-14 16,24-15 0,14-15-16,12-15 15,4-11 1,-3-13-16,-6-9 16,-16-4-1,-21 0-15,-32 3 16,-34 2-1,-44 5-15,-38 10 16,-36 14 0,-29 15-16,-18 21 15,-13 15 1,5 16 0,11 14-16,19 12 31,28 4-31,31 0 0,28-3 15,30-8 1,29-10-16,26-14 16,26-16-1,16-13-15,13-15 16,6-9 0,-1-9-16,-10-11 15,-11-5 1,-19 1-16,-23-4 15,-21 2 1,-17 3-16,-21 10 16,-27 13-1,-15 14-15,-12 16 16,0 9 0,7 14-16,13 5 15,17 9 1,19 11-16,18 3 15,14 8 1,10 6-16,3 8 16,1 6-1,-6 3-15,-9 4 16,-11 0 0,-6-3-1,-12-6-15,-4-4 16,-7-5-16,-3-5 15,-2-5 1,-1-7-16,-4-8 16,1-9-1,1-11 1,2-9-16,4-12 16,4-10-1,3-7-15,5-8 16,3-7-16,7-9 15,3 6 1,15-6-16,18-4 16,16-5-1,17-2-15,12-1 16,12-1 0,11 1-16,7-2 15,14 3 1,11-3-1,10-2-15,16 2 16,9 2 0,4 0-16,3 4 15,-3 1 1,0 6-16,-3-1 16,-8 6-1,-8-1-15,-9 4 16,-15-2-16,-19-3 15,-22 0 1,-19-2 0,-17 0-16,-18-2 15,-12 0-15,-11 1 16,-14 1 0,3-5-16,-5-9 15,-3-11-15,1 0 16</inkml:trace>
  <inkml:trace contextRef="#ctx0" brushRef="#br0" timeOffset="7577.49">11545 9692 0,'13'51'0,"5"38"0,-4 20 15,-2 11 1,-7 5-16,-2 3 16,0-9-1,2-9-15,1-11 16,3-14-1,-1-15-15,-2-17 16,-3-20 0</inkml:trace>
  <inkml:trace contextRef="#ctx0" brushRef="#br0" timeOffset="8093.06">11427 9632 0,'0'0'0,"31"1"16,23 13-1,15 7-15,18 10 16,13 13 0,11 9-1,9 7-15,-2-2 16,2-2 0,-10 1-16,-13-5 15,-18 1 1,-22-1-16,-21-2 15,-27 4 1,-26 5-16,-28 2 16,-24 3-1,-19 0-15,-6-3 16,-6-1 0,-6-4-16,1 1 15,3-2 1,15-5-16,15-3 15,16-4 1,16-8-16,15-11 16</inkml:trace>
  <inkml:trace contextRef="#ctx0" brushRef="#br0" timeOffset="8530.51">12685 9615 0,'0'0'0,"-1"43"16,-2 28 0,-2 18-16,-2 11 15,1 9 1,2 4-16,1 3 16,3-3-1,4-3-15,1-7 16,2-7-1,2-11-15,-1-10 16,0-13 0,-2-12-1,0-13-15,-2-14 16,2-18-16,0-6 16,-1-2-1</inkml:trace>
  <inkml:trace contextRef="#ctx0" brushRef="#br0" timeOffset="8905.44">12744 10313 0,'0'0'0,"31"-8"0,25-2 16,17 4-16,18 2 16,16 4-1,19 3-15,17 3 16,18 7 0,18 4-1,8 4-15,11 3 16,1 0-1,0 3-15,-5-3 16,-9-2 0,-10-1-16,-14-1 15,-17-1 1,-19-2-16,-16 2 16,-30-3-1,-30-5-15</inkml:trace>
  <inkml:trace contextRef="#ctx0" brushRef="#br0" timeOffset="9733.5">11972 3174 0,'0'85'0,"2"47"15,1 16-15,1 0 16,2-7 0,-1-4-16,-1-6 15,-1-4 1,0-9-16,2-7 15,-2-13 1,2-13-16,-2-17 16,0-24-1,-2-19-15</inkml:trace>
  <inkml:trace contextRef="#ctx0" brushRef="#br0" timeOffset="10295.94">11896 3149 0,'0'0'0,"0"0"0,45 2 16,27 7 0,12 8-1,7 6-15,4 2 16,1 2-16,-2-2 15,-2 0 1,-1 1-16,-5 2 16,-7-1-1,-9 2-15,-15 4 16,-13 5 0,-21 7-1,-14 4-15,-20 6 16,-13 8-1,-16 11-15,-17 14 16,-14 10 0,-15 7-16,-11 8 15,-5 2 1,0-5-16,7-4 16,12-11-1,18-13-15,17-17 16,18-20-1</inkml:trace>
  <inkml:trace contextRef="#ctx0" brushRef="#br0" timeOffset="10733.39">13103 2977 0,'0'0'0,"22"29"16,6 22 0,-3 20-16,-5 17 15,-14 15 1,-7 12-16,-9 7 16,-1 6-1,-3-2-15,1-5 16,2-9-1,0-6 1,4-12-16,0-9 16,-1-14-16,-1-21 15</inkml:trace>
  <inkml:trace contextRef="#ctx0" brushRef="#br0" timeOffset="12280.1">13171 3591 0,'34'-16'0,"25"-5"0,15 3 16,14 5-1,6 3-15,8 4 16,5 1 0,4 1-16,6 1 15,7 1 1,6 0-1,6-1-15,2 0 16,1 2-16,-4 2 16,-8 2-1,-7-2-15,-9 2 16,-8 0 0,-7 1-16,-6-1 15,-3 2 1,-7 0-16,-8 1 15,-10-3 1,-11 2-16,-11 0 16,-10 1-1,-7 0-15,-4 4 16,0 5 0,-4 5-16,-2 1 15,-2 3 1,-3 4-16,-2 3 15,-1 2 1,1 5-16,-1 6 16,1 6-1,3 1-15,-1 5 16,-2 3 0,0 3-16,-1 4 15,-1 0 1,-2 2-16,1 6 15,-2 0-15,-3 3 16,-1-1 0,2 3-16,-3 0 15,1 2-15,1 0 16,2-1 0,0 5-16,-1 1 15,0-1 1,-1-2-16,-2 2 15,0 7 1,-2-3-16,-3 2 16,0 2-1,3 3-15,1-3 16,2 3 0,0 1-16,-1 0 15,-2 4 1,-1 0-16,-1 2 15,2 0 1,1 0-16,1 2 16,2 3-1,-1 3 1,2 0 0,0 0-16,1 3 15,2 0-15,-1 3 16,1 2-1,1 2-15,-1 1 16,1-2 0,-1 1-16,-2 2 15,2-1 1,1 2-16,0-1 16,0-2-1,-1 0 1,-3-2-16,0-2 15,1-3 1,0-4-16,-1-1 16,0-6-1,0-3-15,-1-6 16,1-5 0,1-4-16,0-7 15,0-4 1,0-6-16,-1-3 15,0-8 1,0-7-16,-3-7 16,-1-6-1,1-7-15,-1-7 32,-1-5-32,2-5 0,-4-3 15,4-2 1,-2 0-16,-3-2 15,-5-1 1,-7-1-16,-9-1 16,-9-4-1,-5-6-15,-4-3 16,-5-4 0,-1-5-16,0-16 15,14 0 1</inkml:trace>
  <inkml:trace contextRef="#ctx0" brushRef="#br0" timeOffset="13998.66">15963 5897 0,'49'-11'0,"26"-2"0,10-3 16,7 2 0,4 4-16,4-2 15,7 2 1,2-1-16,9 2 15,1-5 1,3 0-16,-2 5 16,-5 3 15,-9 0-31,-10 2 0,-10 4 16,-8 0-16,-12 4 15,-9 4 1,-11 3-1,-7 5-15,-7 4 16,-4 4-16,-6 8 16,-10 8-1,-3 6-15,-4 3 16,-3 6 0,-4 8-16,1 3 15,-1 8-15,1 5 16,-2 1-1,0 5-15,2 4 16,-3 0 0,3 2-16,0-3 15,1-4 1,2-5-16,1-12 16,-3-7-1,-2-10-15,1-10 16,0-11-16,1-7 15,0-5 1,-2-5 0,-1 1-16,-6-4 15,-10-3-15,-11-1 16,-10 0 0,-14-3-16,-7 1 15,-7 3 1,2 1-16,6 4 15,4 3 1,13 6-16,14 1 16,13 2-1,17 2 1,22 2-16,26 3 16,23 1-1,15-5-15,7-1 16,0-3-1,-8 3-15,-14-7 16,-16 0 0,-16 0-16,-19 4 15,-13 2 1,-12 3 0,-15 4-16,-10 1 15,-8 4-15,-2 4 16,3 5-1,7 2-15,7 5 16,12 7 0,7 9-16,9 4 15,5 6 1,4 3-16,1 5 16,2 5-1,1 4-15,-5-4 16,1 0-1,4 3-15,-4 3 16,-3-6 0,-6-1-16,-3-5 15,0-7 1,-1-5-16,-2-8 16,-1-6-1,3-8 1,1-8-16,-2-6 15,-1-7 1,2-5-16,4-6 16,9-3-16,6-10 15,8-10 1,-2-4-16</inkml:trace>
  <inkml:trace contextRef="#ctx0" brushRef="#br0" timeOffset="14373.62">19032 9844 0,'-29'2'0,"-25"1"15,-21 2 1,-13 0-16,-11 1 16,-14 3-1,-12 0-15,-7 2 16,-5-2 0,0 3-1,2 1-15,8 2 16,15 1-16,15 1 15,21 3 1,18 2-16,24 0 16,28-2-1,11-7-15,1-4 16</inkml:trace>
  <inkml:trace contextRef="#ctx0" brushRef="#br0" timeOffset="14670.46">19006 9972 0,'0'0'0,"-21"21"16,-17 16 0,-10 7-16,-6 3 15,-4 7 1,-3 2 0,0-3-16,7-8 15,9-9-15,12-12 16,10-11-1</inkml:trace>
  <inkml:trace contextRef="#ctx0" brushRef="#br0" timeOffset="14936.06">18445 10090 0,'0'0'0,"-16"35"0,-8 16 15,-5 6 1,-4 1-16,-4-2 16,-1-7-1,-1-8-15,0-11 16,8-11-1,11-8-15</inkml:trace>
  <inkml:trace contextRef="#ctx0" brushRef="#br0" timeOffset="15186.03">17782 10065 0,'0'0'0,"-24"25"15,-12 16 1,-1 7-16,1 5 16,3-1-1,0-5-15,2-7 16,3-11-1,7-10-15,9-8 16</inkml:trace>
  <inkml:trace contextRef="#ctx0" brushRef="#br0" timeOffset="15420.38">17355 10108 0,'0'0'0,"-7"41"16,-6 17-16,-11 9 15,-14 2 1,-13-6-16,8-16 15</inkml:trace>
  <inkml:trace contextRef="#ctx0" brushRef="#br0" timeOffset="16670.12">9072 6517 0,'33'-5'0,"17"-8"0,13 2 16,9-2-1,8 3-15,8-1 16,5-1-1,7 2-15,4 3 16,-2 0 0,-3-1-16,-7-2 15,-10 2 1,-12 2-16,-11 1 16,-8 4-1,-11 4-15,-12 3 16,-5 3-1,-3 4-15,-4 8 16,-3 8 0,-3 7-16,-4 10 15,-1 7 1,-1 7-16,1 1 16,2 3-1,-1 2-15,3 1 16,2-2-1,0-2 1,1-3-16,1-3 16,-2-10-1,0-6-15,-1-6 16,-1-6 0,1-6-16,2-4 0,-3-1 15,7-6-15,-2-3 16</inkml:trace>
  <inkml:trace contextRef="#ctx0" brushRef="#br0" timeOffset="17060.71">11360 7335 0,'0'0'0,"-33"10"16,-31 5-16,-22 3 16,-15 0-1,-7 0 1,-11 0-16,0 0 15,0 3 1,2 0-16,7-2 16,10 0-1,12-3-15,19-3 16,18-1 0,20-1-16,19-4 15,12-7 1,-2 5-16</inkml:trace>
  <inkml:trace contextRef="#ctx0" brushRef="#br0" timeOffset="17357.55">11310 7411 0,'-7'23'0,"-14"15"16,-15 10-16,-12 3 15,-7 2-15,-1-6 16,3-4-1,9-10-15,10-9 16,10-10 0,11-4-16</inkml:trace>
  <inkml:trace contextRef="#ctx0" brushRef="#br0" timeOffset="17607.53">10848 7538 0,'0'0'0,"-16"21"15,-10 16-15,-3 5 16,1 3 0,0 3-16,2-8 15,1-4 1,-2-7-16,-5-8 15,-3-10 1,4-9-16,10-6 16</inkml:trace>
  <inkml:trace contextRef="#ctx0" brushRef="#br0" timeOffset="17810.62">10338 7598 0,'-29'35'0,"-10"20"15,1 3-15,6-2 16,3-7 0,3-9-1,7-12 1,6-10-16</inkml:trace>
  <inkml:trace contextRef="#ctx0" brushRef="#br0" timeOffset="18763.64">18394 7343 0,'0'33'0,"2"20"0,4 14 16,1 9-1,-5 8-15,-1 0 16,-2 1-1,-3-4-15,0-7 16,-3-11 0,1-12-16,0-17 15,2-15 1</inkml:trace>
  <inkml:trace contextRef="#ctx0" brushRef="#br0" timeOffset="19326.09">18353 7428 0,'18'-48'0,"14"-25"0,12 0 15,11 9-15,7 13 16,7 17-1,4 15 1,-3 14-16,-6 17 16,-8 13-16,-13 15 15,-9 12 1,-15 11 0,-19 8-16,-16-2 15,-12 0 1,-13-8-16,-11-7 15,-7-7 1,-4-10-16,0-6 16,3-6-1,6-9-15,4-7 16,8-6 0,7-2-16,11-1 15,10 2 1,10 3-16,10 5 15,10 4 1,10 7-16,8 3 16,10 3-1,6 1-15,7 0 16,7 4 0,7 0-16,4-2 15,1-12 1,-5-16-16,-18-7 15</inkml:trace>
  <inkml:trace contextRef="#ctx0" brushRef="#br1" timeOffset="25778.5">4016 8722 0,'0'0'0,"0"0"0,0 0 16,26 0 0,20 0-16,12 2 15,7-1 1,9 1-16,8 0 15,6 1 1,9 1-16,10-2 16,6-1-1,6 1-15,-1 1 16,-2 3 0,-3-1-16,-3 0 15,-8-4 1,-4 1-1,-8-1-15,-11-2 16,-10 0 0,-11 0-16,-14 0 15,-16-3 1,-11-3-16,-9-2 16,-6 2-1</inkml:trace>
  <inkml:trace contextRef="#ctx0" brushRef="#br1" timeOffset="26215.95">4285 7981 0,'-21'57'0,"-5"34"0,0 18 16,1 6 0,5 7-16,5 4 15,-1 6 1,-2 0-16,1-2 16,-1-7-1,3-15-15,2-12 16,6-16-1,3-23-15,3-21 16</inkml:trace>
  <inkml:trace contextRef="#ctx0" brushRef="#br1" timeOffset="27122.1">4133 8747 0,'0'0'0,"0"0"16,0 0 0,8-23-16,3-11 15,1-5 1,4 1-1,0 0-15,5 1 16,1-1-16,2 3 16,5 6-1,3 4 1,3 4-16,-1 9 16,3 3-1,-1 3-15,-1 7 16,0 6-16,-4 7 15,1 8 1,-4 6 0,0 1-16,-1 7 15,0 4 1,2 3-16,-1 6 16,2 4-16,-1 0 15,-1 1 1,1 1-16,-2 4 15,4-4 1,4 0-16,-3-3 16,3 0-1,1-1-15,0-5 16,-3-6 0,0-6-16,0-7 15,3-9 1,-4-5-16,-3-8 15,0-5 1,-4-8-16,0-9 16,-3-8-1,-5-7 1,3-8-16,1-7 16,-2-7-16,0-3 15,-3-4 1,-2 0-16,-4-2 15,-3 3 1,-5 2-16,4 5 16,-1 12-1,-1 12-15</inkml:trace>
  <inkml:trace contextRef="#ctx0" brushRef="#br1" timeOffset="28059.5">9818 5157 0,'0'0'0,"33"-3"16,24 1-16,12 3 16,13 2-1,12 1 1,10-1-16,12 0 16,10-1-1,11 1-15,7-6 16,4 2-1,3 1-15,-1-2 16,-4 2 0,-5 2-16,-9 2 15,-15-2 1,-20 1 0,-19 2-16,-21-3 0,-20-1 15,-21-4 1,-10-1-16</inkml:trace>
  <inkml:trace contextRef="#ctx0" brushRef="#br1" timeOffset="28496.95">10153 4391 0,'-12'28'0,"-6"21"0,-1 13 16,6 6-16,2 11 15,1 7 1,0 11 0,-3 6-16,1 11 15,-5-2 1,-1 1-16,-1-8 15,6-9 1,2-13-16,9-14 16,3-21-1,1-17-15</inkml:trace>
  <inkml:trace contextRef="#ctx0" brushRef="#br1" timeOffset="29403.52">10061 5139 0,'6'-16'0,"3"-9"0,0-2 16,1-2 0,2 1-16,4-5 15,3-2 1,7-5-16,5-5 15,5-1 1,8 1-16,1 4 16,5 4-1,-3 6-15,1 6 16,2 7 0,-3 7-16,-5 7 15,-1 7 1,-2 10-16,-1 6 15,-4 6 1,2 8-16,-3 7 16,-4 6-1,-2 3-15,-2 6 16,-2 5 0,-1 3-16,-2 3 15,4 4 1,4 1-16,-3 2 15,-1 0 1,-2-1-16,3-2 16,0-1-1,1-9 1,2-1-16,2-10 16,4-9-16,0-9 15,1-7 1,1-8-16,2-7 15,2-5 1,4-8-16,-1-3 16,-3-7-1,1-5-15,-5-5 16,-4-9 0,-7-3-16,-1-8 15,1-6 1,-3-2-16,1-5 15,1-2 1,-1 2-16,-6 0 16,-2 4-1,-6 8-15,-3 10 16,1 9 0,-2 11-16</inkml:trace>
  <inkml:trace contextRef="#ctx0" brushRef="#br1" timeOffset="30262.8">11930 8722 0,'0'0'0,"0"0"15,-41 0-15,-34 0 16,-24 6 0,-20 2-1,-19-1-15,-16 1 16,-9-1-1,-11 0-15,-11-1 16,-8 2 0,-9 2-16,2-3 15,2 2 1,11-1-16,11 1 16,15-1-1,22-3-15,21-3 16,24-4-1,18-1-15,21-1 16,16-3 0,15-5-16,10-8 15,9 0 1</inkml:trace>
  <inkml:trace contextRef="#ctx0" brushRef="#br1" timeOffset="30669.01">9222 8108 0,'0'0'0,"0"0"16,0 0-16,5 24 16,0 18-1,-7 11-15,-6 10 16,-2 7 0,0 7-16,3 5 15,-1 3 1,5 4-16,2 5 15,0-1 1,3 3-16,0 1 16,0-3-1,0 0-15,-1-5 16,-3-8 0,-1-8-16,-2-10 15,0-18 1</inkml:trace>
  <inkml:trace contextRef="#ctx0" brushRef="#br1" timeOffset="31762.64">9231 8815 0,'0'0'0,"0"0"0,0 0 15,0 0 1,9 24-16,2 13 16,2 11-1,-1-2 1,2 2-16,-2-1 31,3-1-31,2-2 16,4-2-16,6-4 15,3-5-15,6-4 16,4-5 0,7-5-16,2-6 15,4-5 1,2-6-16,1-9 15,0-6 1,3-4-16,0-5 16,-2-4-1,-2-9-15,0-3 16,-2-4 0,-3-8-16,-6-6 15,-2-2 1,-2-5-16,-3 1 15,-1 2 1,1 4-16,-3-1 16,1 1-1,-3 2-15,-1 3 16,2 3 0,0 3-1,2 2-15,-1 3 16,1 3-1,2 3-15,-2 5 16,-2 1 0,2 3-16,2 6 15,1 2 1,2 6-16,1 4 16,1 7-1,-1 0-15,-2 7 16,-2 1-1,-3 5-15,-1 3 16,-2 4 0,1 2-16,-4 3 15,-1 3 1,-2 2-16,-4 1 16,-1 2-1,0 5-15,2-2 16,-4 0-1,1-2-15,1 0 16,-2 4 0,4-2-1,-3 2-15,-3-8 16,-7-9-16</inkml:trace>
  <inkml:trace contextRef="#ctx0" brushRef="#br1" timeOffset="34293.61">10253 8636 0,'0'0'0,"0"0"15,0 0-15,0 0 16,0 0 0,0 0-16,0 0 15,0 0 1,0 0-16,0 0 16,12 9-1,7 7-15,0 0 16,-1-1-1,1-1-15,-1 1 16,1 1 0,0 1-16,-3 1 15,0 2 1,-3-1-16,-2 0 16,0-3-1,-4-5-15,-2-3 31,-5-8-31,6 6 16,-6-6-16,0 0 16,8 5-16,-8-5 15,0 0 1,4 5-16,-1 2 16,-2 1-1,-1-2-15</inkml:trace>
  <inkml:trace contextRef="#ctx0" brushRef="#br1" timeOffset="35012.28">10396 9462 0,'0'0'0,"0"0"0,0 0 15,8 15 1,5 11-16,3 4 15,-4-1 1,-2-4-16,-2-5 16,-3-6-1,-5-14-15,0 0 16,1-4 0,-4-13-16,0-10 15,-3-4 1,-2-5-16,-2 2 15,3 6 1,3 6-16,6 6 16,6 2-1,9 5-15,7 1 16,4 2 0,2 2-16,0 2 15,-2 2 1,-3 0-16,2 0 15,-7 0 1,-4 0-16,-2 0 16,-3-3-16,-1-3 15,-4-1 1</inkml:trace>
  <inkml:trace contextRef="#ctx0" brushRef="#br1" timeOffset="35231.01">10597 9224 0,'-26'16'0,"-15"12"15,-2 12-15,-3 6 16,2 2-1,5 1-15,7-2 16,9-3 0,6-14-16</inkml:trace>
  <inkml:trace contextRef="#ctx0" brushRef="#br1" timeOffset="35840.31">11838 8433 0,'0'0'0,"-16"17"16,-10 12-16,-3 9 31,-3 5-31,1 5 16,-4 5-16,6-5 15,4-2 1,3-8-16,5-3 16,4-7-1,6-8-15,4-3 16,6-4-1,3-6-15,1-5 16</inkml:trace>
  <inkml:trace contextRef="#ctx0" brushRef="#br1" timeOffset="36340.25">11629 9206 0,'-10'-13'0,"-3"-11"16,8-2 0,8 1-16,10 3 15,6 3 1,-1 6 0,1 7-16,1 8 15,-5 11-15,-6 9 16,-4 8-1,-7 9-15,-6 3 16,-1 1 0,-1-3-16,2-7 15,3-8 1,5-5-16,7-12 16,5-6-1,6-12-15,5-7 16,4-8-1,-2-11-15,-7 5 16</inkml:trace>
  <inkml:trace contextRef="#ctx0" brushRef="#br1" timeOffset="36746.47">11930 9028 0,'0'0'0,"0"0"0,10 19 16,1 11 0,0 0-16,-2-2 15,-3-6 1,-1-6-16,-1-7 16,-4-9-1,2-2-15,-1-14 16,-1-6-1,0-7-15,-1-4 16,1 2 0,1 2-1,3 9-15,9 7 16,4 5-16,7 7 16,4 5-1,-1 2-15,0 2 16,1 1-1,-3-1-15,-4-2 16,0-1 0,-4-6-16,-3-3 15</inkml:trace>
  <inkml:trace contextRef="#ctx0" brushRef="#br1" timeOffset="36949.57">12157 8832 0,'-32'31'0,"-12"16"16,-1 1-16,11-10 15</inkml:trace>
  <inkml:trace contextRef="#ctx0" brushRef="#br1" timeOffset="37996.33">11083 4875 0,'0'0'0,"0"0"16,-12 17-16,-4 8 16,0 10-1,1 7-15,2 7 16,-2 5-1,3 1-15,-2-5 16,4-7 0,3-9-16,-1-7 15,1-9-15</inkml:trace>
  <inkml:trace contextRef="#ctx0" brushRef="#br1" timeOffset="38574.39">11025 4424 0,'2'29'0,"3"10"16,-1-1-16,-1-8 15,0-7 1,-3-11-16,0-12 16,-5-1-1,-6-11-15,-2-9 16,-3-4 0,3-6-16,3 1 15,4 4-15,6 5 16,3 6-1,6 4-15,5 4 16,6 4 0,1 3-16,3 1 15,0 2 1,4-1-16,-3-1 16,0-1-1,-1 0-15,-6-1 16,-7-2-16,-11 3 15,6-4 1</inkml:trace>
  <inkml:trace contextRef="#ctx0" brushRef="#br1" timeOffset="38777.49">11168 4145 0,'-39'37'0,"-14"21"16,-1 10-1,5 0-15,9-3 16,14-9 0,12-15-16</inkml:trace>
  <inkml:trace contextRef="#ctx0" brushRef="#br1" timeOffset="39386.8">11771 4892 0,'0'0'0,"0"0"15,0 0-15,10 22 16,10 12-16,7 7 16,2 7-1,1 3 1,0 3-16,-4-1 15,-3-1-15,-4-3 16,-4-7 0,-1-7-1,1-8-15,-1-9 16,-3-7-16</inkml:trace>
  <inkml:trace contextRef="#ctx0" brushRef="#br1" timeOffset="39871.11">12316 5633 0,'-25'6'0,"-8"-3"16,5-7-1,8-11-15,9-13 16,12-9 0,9-1-1,9-1-15,3 7 16,1 8-1,0 8-15,-1 9 16,-4 7-16,-4 8 16,-3 12-1,-5 9 1,-6 7-16,-5 5 16,-2 6-16,3-5 15,0-6 1,4-6-16,4-12 15,7-7-15,5-11 16,2-14 0,0-9-16,-3 2 15,-5 7 1</inkml:trace>
  <inkml:trace contextRef="#ctx0" brushRef="#br1" timeOffset="40261.68">12467 5411 0,'0'0'0,"6"24"16,4 8-1,4 3-15,-1-6 16,0-8 0,-5-7-16,-8-14 15,6-1-15,-3-13 16,-3-10-1,-1-9-15,-2-1 16,0-1 0,3 3-1,4 10-15,6 12 16,6 7-16,5 6 16,4 4-1,3 0-15,2 0 16,1-3-1,-3-2-15,-4-5 16,-8-5 0,-8-3-16,-5 0 15,-2 4 1</inkml:trace>
  <inkml:trace contextRef="#ctx0" brushRef="#br1" timeOffset="40449.18">12677 5191 0,'-30'32'0,"-11"16"0,3 4 16,8-4-1,5-3-15,6-12 16,7-11-1</inkml:trace>
  <inkml:trace contextRef="#ctx0" brushRef="#br1" timeOffset="41214.71">12081 2137 0,'0'0'0,"0"0"15,12 15-15,8 7 16,8 10 15,3 6-31,5 14 0,1 8 16,-1-2 0,-2-8-16,-6-7 15,-5-9 1,-6-9-16,-6-7 15,-3-9 1,-4-3-16</inkml:trace>
  <inkml:trace contextRef="#ctx0" brushRef="#br1" timeOffset="41620.93">12131 2323 0,'-16'-24'0,"-6"-8"16,4-1-16,9 5 15,14-5 1,15-1-16,15-3 16,14 5-1,16 3-15,9 7 16,5 5-1,2 10-15,-2 7 16,-7 10 0,-8 9-16,-6 14 15,-10 8-15,-9 6 16,-11 10 0,-10 7-1,-12 0-15,-14-1 16,-15-4-16,-14-7 15,-13-2 1,-8-6 0,-1 0-16,7-8 15,10-9 1,13-11-16</inkml:trace>
  <inkml:trace contextRef="#ctx0" brushRef="#br1" timeOffset="41933.39">13070 1821 0,'0'0'0,"22"18"16,14 14-1,5 13 1,4 7-16,0 10 16,-4 2-16,0 3 15,-8-13 1</inkml:trace>
  <inkml:trace contextRef="#ctx0" brushRef="#br1" timeOffset="42855.17">11511 11648 0,'0'0'0,"25"16"16,14 7 0,8 9-16,6 9 15,2 7 1,-1 8 0,-1 2-16,-5 1 15,-3 0-15,-5-2 16,-5-4-1,-5-7-15,-2-6 16,-10-8 0,-5-12-16,-7-9 15</inkml:trace>
  <inkml:trace contextRef="#ctx0" brushRef="#br1" timeOffset="43370.74">11511 11801 0,'4'-65'0,"8"-27"16,14 6-16,9 16 15,15 13 1,10 12-16,7 12 16,7 9-1,6 10-15,4 10 16,0 10 0,3 5-1,2 9-15,-4 8 16,-2 10-1,-8 9-15,-10 5 16,-10 7-16,-16 3 16,-15 4-1,-17 5 1,-19 8-16,-19 6 16,-19 1-16,-10-2 15,-6-5 1,-2-9-16,4-11 15,6-16 1,7-18-16,13-23 16,14-8-1,10-1-15</inkml:trace>
  <inkml:trace contextRef="#ctx0" brushRef="#br1" timeOffset="44073.78">13054 11444 0,'0'0'0,"0"0"16,-14 0-1,-6 0-15,-3-1 16,1-2 0,6-5-16,1-4 15,11-7 1,6-4-16,7-5 15,7 1 1,3 4 0,4 6-16,5 7 15,0 7-15,0 8 16,0 10 0,-4 12-16,-5 7 15,-5 8 1,-7 8-16,-7 1 15,-7 2 1,-2-5-16,1-5 16,-1-6-1,2-11-15,5-8 16,5-5 0,-3-13-16,12-2 15,12-10 1,6-12-16,8-7 15,9-3 1,5-1-16,2-1 16,0 5-1,-2 2-15,-3 6 16,-6 6 0,-5 4-1,-6 4-15,-4 8 16,-5 5-16,-8 1 15</inkml:trace>
  <inkml:trace contextRef="#ctx0" brushRef="#br1" timeOffset="48729.52">19728 6033 0,'-12'-1'0,"-2"4"0,0 8 15,7 14 1,2 14-16,2 17 15,0 17 1,2 17-16,-2 10 16,-5 16-1,1 9-15,1 13 16,3 14 0,3 11-16,-4 9 15,0 8 1,1 2-16,0-3 15,-4-1 1,3-3 0,2-7-16,-1-12 15,-2-17-15,1-17 16,0-21 0,-2-24-1,-1-24-15,-2-20 16,-2-15-1,-4-16-15,-6-17 16,-1-12 0,-4-11-16,-1-4 15,-2-1 1,1 4-16,4 11 16,8 11-1,5 14-15,7 15 16,9 20-1,8 14-15,7 12 16,9 12 0,5 0-16,2-4 15,1-7 1,4-11-16,1-19 16,4-21-1,-4-24 1,-3-28-16,-2-28 15,-2-29-15,-7-24 16,-19 9 0,-8 31-16</inkml:trace>
  <inkml:trace contextRef="#ctx0" brushRef="#br1" timeOffset="49463.82">19778 6024 0,'0'0'0,"0"0"0,0 0 15,-16 21 1,-8 17-16,-3 7 16,-1 1-1,0 2-15,2-4 16,2-7-1,5-9-15,6-9 16,4-10 0,9-9-16,-3-4 15,6-15 1,6-9-16,4-7 16,1-4-1,-1 0-15,-1 2 16,3 3-1,-2 3-15,0 10 16,1 9 0,6 5-16,0 6 15,5 9 1,9 6-16,6 5 16,4 3-1,2 2-15,1-2 16,1-3-1,-8-8-15,-10-5 16</inkml:trace>
  <inkml:trace contextRef="#ctx0" brushRef="#br1" timeOffset="50010.63">19267 5616 0,'0'0'0,"0"0"16,17 13-16,13 8 15,13 3 1,7-3-16,5-7 16,-1-5-1,-4-6-15,-3-4 16,-7-6-1,-9-1-15,-6-1 16,-10-4 0,-6-6-16,-8-6 15,-7-3 1,-5-2-16,-8-5 16,-9 0-1,-10-1-15,-5 4 16,-4 0-1,0 9-15,5 5 16,10 5 0,10 1-16,9 4 15,8 2-15,2 2 16</inkml:trace>
  <inkml:trace contextRef="#ctx0" brushRef="#br1" timeOffset="50448.08">19736 5343 0,'31'26'0,"14"4"0,2-3 0,-7-9 15,-5-12 1,-2-10-16,-2-11 16,-4-10-1,-4-4-15,-6-6 16,-5 0 0,-6 1-16,-8-3 15,-6 5 1,-9 3-1,-4 8-15,-8 9 16,-8 9-16,-2 12 16,1 5-1,1 8 1,4 4-16,9-2 16,10-2-1,11-1-15,10-7 16,6-8-1,0-5-15</inkml:trace>
  <inkml:trace contextRef="#ctx0" brushRef="#br1" timeOffset="51229.25">20105 5071 0,'0'0'0,"0"0"32,13 8-32,5 2 0,0-5 15,0-6 1,-3-7-16,-1-7 16,-7-6-16,-5-1 15,-4-6 1,-2-1-1,0 3-15,0 7 16,2 5 0,2 14-16,9-5 15,8 5 1,2-3-16,3-1 16,2-4-16,0-3 15,1-5 1,-6-3-16,-7-5 15,-2-4 1,-7-2 0,-6-4-16,-9-5 15,-6-5 1,-7-8 0,-11 0-16,-5 1 0,-6 4 15,-6 7 1,-5 6-1,0 7-15,5 4 16,2 8 0,5 5-16,11 4 15,10 2 1,11 3-16,14 1 16,2 9-1,10 6-15,10 7 16,9 4-1,5 1-15,9 1 16,3-3 0,3-2-16,3-4 15,1-2 1,-3-6-16,1-5 16,-5-2-16,-6 0 15,-4-1 1,-9-1-1,-10-2-15,-6-5 16,-7-1-16,-2 3 16</inkml:trace>
  <inkml:trace contextRef="#ctx0" brushRef="#br1" timeOffset="51494.84">20172 4187 0,'-32'40'0,"-17"21"0,-1 4 31,5-3-31,8-6 0,6-3 16,4-5 0,9-15-16,5-10 15</inkml:trace>
  <inkml:trace contextRef="#ctx0" brushRef="#br1" timeOffset="63087.32">25253 5607 0,'2'106'0,"1"48"16,-1 21 0,-2 4-16,-1 5 15,0 8 1,0 8-1,-3 15-15,-1 8 16,-7 10-16,-3 12 16,0 8-1,5 10 1,1 12-16,-5 0 16,-3 5-1,1-1-15,7-7 16,2-10-16,3-3 15,-3-8 1,-1-7-16,1-11 16,3-8-1,3-8-15,-2-12 16,0-19 0,-2-24-16,0-26 15,-4-22 1,-2-30-16,-9-32 15,-7-37 1,2-16-16</inkml:trace>
  <inkml:trace contextRef="#ctx0" brushRef="#br1" timeOffset="64524.66">22234 9580 0,'110'-8'0,"53"-5"15,20 5 1,1 3-16,0 1 16,7-3-1,9 1-15,13 2 16,14-3 0,11 1-16,12 1 15,10 1 1,13 2-1,7 0-15,11 4 16,6-5 0,7 3-16,6 7 15,6-1 1,5 5-16,3 0 16,2 8-1,-4 2-15,-8 0 16,-6 6-1,2 1-15,-2 2 16,-8 1 0,-15-1-16,-15 4 15,-12-4 1,-16-2-16,-12-3 16,-16 0-1,-18-4-15,-20-2 16,-19-4-1,-17-4-15,-21-3 32,-15-2-32,-16-3 0,-17-2 15,-14-2 1,-16-3-16,-12-2 16,-12-2-16,-11-1 15,-12-4-15,-12-3 16,-14-4-1,-12-3 1,-17-4-16,-12-1 16,-5-1-16,-5 4 15,-1-1 1,2 0 0,5 3-16,14 3 15,12 4-15,18 3 16,12 5-1,12 1-15,15 3 16,10 2 0,12 6-16,11 2 15,11 7 1,9 5-16,3 1 16,1 2-1,1 4-15,4 3 16,0 2-1,0 0-15,-4-2 16,-4-1 0,-5-1-16,-9-4 15,-9-2 1,-10-5-16,-9-3 16,-9-1-1,-9 1-15,-7-1 16,-12 3-1,-10 1-15,-10 2 16,-10 4-16,-5 1 16,-9 6-1,-9 7 1,-11-3-16,-2-31 16,17-13-1</inkml:trace>
  <inkml:trace contextRef="#ctx0" brushRef="#br1" timeOffset="65758.89">25219 5574 0,'0'0'0,"0"0"0,0 0 0,-17 20 16,-9 17-1,-2 5-15,5 4 16,4 1 0,4-3-16,2-10 15,4-10 1,3-12-16,6-12 15,-1-5 1,6-15-16,5-12 16,4-6-1,0-2-15,2-1 16,-2 7-16,-1 8 16,2 7-1,5 9 1,8 10-16,12 13 15,8 7 1,8 5-16,-1 2 16,0-4-1,-6-8-15,-11-7 16,-15-4 0</inkml:trace>
  <inkml:trace contextRef="#ctx0" brushRef="#br1" timeOffset="66274.45">24758 5062 0,'36'34'0,"16"13"0,5-4 16,2-8-1,-4-10-15,-5-7 16,-8-9 0,-11-7-16,-8-3 15,-11-4 1,-6-8-16,-7-8 16,-6-7-1,-3-7-15,-8-8 16,-5-5-1,-6-3-15,-8 2 16,-4 5 0,2 5-16,3 7 15,6 7 1,9 5-16,11-1 16,5 5-16</inkml:trace>
  <inkml:trace contextRef="#ctx0" brushRef="#br1" timeOffset="66696.28">25161 5029 0,'19'19'0,"7"8"0,5-4 16,-1-8 0,0-10-1,-3-9-15,-4-10 16,-2-5-16,-4-8 16,-6-2-1,-6-4-15,-8-2 16,-8 1-16,-4 2 15,-7 8 1,-8 5 0,-8 12-16,-5 12 15,-2 8-15,3 8 16,4 4 0,6 6-16,12-1 15,14-8 1,6-7-1,2-5-15</inkml:trace>
  <inkml:trace contextRef="#ctx0" brushRef="#br1" timeOffset="67461.83">25463 4875 0,'0'0'0,"0"0"16,0 0-16,0 0 16,15-7-1,6-6-15,1-11 32,-3-7-32,-3-10 0,-9-4 15,-5 4 1,-3 6-16,-2 7 15,2 13 1,5 11-16,3 8 16,6 7-1,5 5-15,7 0 16,1-5 0,1-5-16,-2-6 15,-4-6 1,-3-4-16,-3-7 15,-1-6 1,-2-8-16,0-9 16,-8-11-1,-3-8-15,-7-3 16,-7-5 0,-7-1-16,-10 2 15,-6 4 1,-4 7-16,0 8 15,-2 9 1,7 9-16,7 8 16,10 9-1,5 4-15,13 8 16,-2 2 0,11 14-16,6 8 15,10 9 1,8 8-16,3 8 15,4 2 1,4-3-16,0-8 16,1-6-1,-4-6-15,-5-2 16,-6-3 0,-3-2-16,-4-3 15,-2-3 1,-5-7-16,-2-8 15,-4-5-15,-4-3 16</inkml:trace>
  <inkml:trace contextRef="#ctx0" brushRef="#br1" timeOffset="67680.56">25898 4025 0,'-23'9'0,"-11"10"15,-7 10-15,0 12 16,2 10 0,4 2-16,0 1 15,8-14 1</inkml:trace>
  <inkml:trace contextRef="#ctx0" brushRef="#br1" timeOffset="68539.84">27584 9215 0,'0'0'0,"8"27"0,2 14 16,2 7-1,0 3-15,-2 2 16,0-3 0,-4 0-16,-2-4 15,-2-2 1,1-2-16,-2-2 16,1-7-1,0-11-15</inkml:trace>
  <inkml:trace contextRef="#ctx0" brushRef="#br1" timeOffset="69196.02">27643 10303 0,'0'0'0,"0"0"15,2 28 1,1 15-16,-1 7 16,-1 1-16,-2-8 15,0-7 1,0-9-16,0-9 16,0-9-1,1-9-15,-2-3 16,1-13-1,1-16-15,0-10 16,0-8 0,0-4-16,0 4 15,0 12 1,0 11-16,4 12 16,2 6-1,5 10-15,5 8 16,9 6-1,5 2-15,6 1 16,3-1 0,-4-2-16,0-3 15,-7-4 1,-4 1-16,-6-3 16,-6-2-1,-12-4-15,8-4 16,-3-3-1</inkml:trace>
  <inkml:trace contextRef="#ctx0" brushRef="#br1" timeOffset="69445.98">27910 10100 0,'-25'4'0,"-16"4"0,-10 8 16,-11 6-1,-8 6-15,1 0 16,4 0 0,6-1-16,10-1 15,12-6 1,14-7-16,11-4 15</inkml:trace>
  <inkml:trace contextRef="#ctx0" brushRef="#br1" timeOffset="70056.64">30108 9538 0,'0'29'0,"0"16"0,2 6 0,3 1 16,2 3-1,0-3 1,3 1-16,-2-4 16,-2-1-16,3-1 15,0-5 1,-3-13-16</inkml:trace>
  <inkml:trace contextRef="#ctx0" brushRef="#br1" timeOffset="70587.83">30015 10721 0,'-12'-9'0,"-6"-3"16,2-7-1,3-4-15,5-5 16,12-4-1,6 2-15,5 1 16,7 8 0,4 7-16,-1 7 15,0 7-15,0 8 16,-1 5 0,-5 9-1,-8 7-15,-8 6 16,-11 3-1,-9 6-15,-8 2 16,-8-2 0,-1-3-16,4-3 15,9-6 1,7-2-16,12-10 16,12-4-1,13-9-15,18-10 16,7-11-1,12-8-15,-10 2 16,-16 6 0</inkml:trace>
  <inkml:trace contextRef="#ctx0" brushRef="#br1" timeOffset="71072.14">30485 10669 0,'-4'32'0,"-7"14"0,0-3 15,2-8 1,3-9-16,2-8 16,2-6-1,2-12-15,2-1 16,7-12-1,0-11-15,2-7 16,5-9 0,0-4-16,0 3 15,-4 12 1,-2 9 0,-2 8-16,2 8 0,2 6 15,1 6 1,6 5-16,5 6 15,1 2 1,3 1-16,1-2 16,-1-2-1,-3-4-15,0-5 16,-8-3 0,-1-2-16,-3-4 15,-2-4 1,-1-7-16,-5 0 15,-2 3 1</inkml:trace>
  <inkml:trace contextRef="#ctx0" brushRef="#br1" timeOffset="71431.8">30836 10458 0,'0'0'0,"-22"6"16,-17 4-16,-9 1 16,-9 1-1,-5 3-15,3 1 16,3 0-1,4 0-15,8-4 16,10-1 0,9-2-1,9-4-15,16-5 16,0 0-16,0 0 16,0 5-16,10-3 15,0-2 1</inkml:trace>
  <inkml:trace contextRef="#ctx0" brushRef="#br1" timeOffset="91207.69">25152 9487 0,'0'0'0,"0"0"16,0 0-16,-4-14 15,-1-7 1,4-2-1,3-4-15,2 5 16,-2 6-16</inkml:trace>
  <inkml:trace contextRef="#ctx0" brushRef="#br1" timeOffset="91395.17">25245 8917 0,'0'0'0,"-1"-24"16,3-11-1,4-6-15,4-3 16,0 9 0,-3 10-16</inkml:trace>
  <inkml:trace contextRef="#ctx0" brushRef="#br1" timeOffset="91551.4">25453 8211 0,'25'-48'0,"3"-12"0</inkml:trace>
  <inkml:trace contextRef="#ctx0" brushRef="#br1" timeOffset="91723.26">25840 7701 0,'0'0'0,"11"-13"15,12-8 1,4-7-16,-4 4 16</inkml:trace>
  <inkml:trace contextRef="#ctx0" brushRef="#br1" timeOffset="91879.49">26259 7480 0,'0'0'0,"24"-3"15,14-2-15,-4 2 16,-9 1 0</inkml:trace>
  <inkml:trace contextRef="#ctx0" brushRef="#br1" timeOffset="92020.1">26695 7496 0,'26'24'0,"9"3"0,-7-6 15</inkml:trace>
  <inkml:trace contextRef="#ctx0" brushRef="#br1" timeOffset="92191.96">27080 7836 0,'0'0'0,"10"23"15,7 12-15,6 2 16,1-1-1,-7-8 1</inkml:trace>
  <inkml:trace contextRef="#ctx0" brushRef="#br1" timeOffset="92379.43">27349 8415 0,'4'35'0,"4"19"16,5 2-16,-3-12 15,-3-14 1</inkml:trace>
  <inkml:trace contextRef="#ctx0" brushRef="#br1" timeOffset="92645.03">27525 9070 0,'4'25'0,"6"15"0,4 2 16,1 0 0,-5-3-16,1-1 15,-2-5 1,0 1-16,1-3 15,-3-2 1,-4-4-16,0-1 16,-1-2-1,0 3-15,0-7 16,1-8 0</inkml:trace>
  <inkml:trace contextRef="#ctx0" brushRef="#br1" timeOffset="93676.54">25479 6339 0,'0'0'0,"0"0"15,0 0-15,0 0 16,0 0 0,22 14-1,14 10 1,3 4-16,1 1 15,-5-3-15,-3-4 16,-5-4-16,-3 2 16,-4-2-1,-2-4-15,-5 1 16,-3 1 0,-8-1-1,-3-3-15,0-3 16</inkml:trace>
  <inkml:trace contextRef="#ctx0" brushRef="#br1" timeOffset="94051.5">25471 6416 0,'-1'-21'0,"3"-15"0,14-5 15,10-2 1,9 3 0,7 6-16,9 4 15,1 11 1,5 9-16,3 13 16,-1 12-1,-6 10-15,-11 6 16,-8 3-1,-12 4-15,-12 3 16,-12 4 0,-10 2-16,-13 2 15,-7-1 1,-2-5-16,-1-9 16,4-12-1,5-16-15,7-7 16,9-2-1</inkml:trace>
  <inkml:trace contextRef="#ctx0" brushRef="#br1" timeOffset="94285.85">26007 6007 0,'0'0'0,"22"19"0,12 8 16,1-1 0,3-5-16,-4-10 15,-7-5 1</inkml:trace>
  <inkml:trace contextRef="#ctx0" brushRef="#br1" timeOffset="96832.43">26091 6986 0,'0'0'0,"0"0"15,0 0 1,26 6-16,16 5 16,6 3-16,-3-1 15,-1 2 1,-7-3-16,-5 0 16,-6 1-1,-5 0-15,-11-2 16,-10-3-1,0-8-15,-2 5 16</inkml:trace>
  <inkml:trace contextRef="#ctx0" brushRef="#br1" timeOffset="97176.16">26116 7020 0,'-9'-27'0,"1"-17"0,11-3 16,10-2 0,10 2-16,10 8 15,10 5 1,3 8-16,4 9 16,5 14-1,1 11-15,-3 10 16,-8 7-1,-10 5-15,-12 5 16,-15 5 0,-12 6-1,-13 8-15,-10-1 16,-2 1-16,-5-4 16,0-9-1,-2-16-15,11-12 16</inkml:trace>
  <inkml:trace contextRef="#ctx0" brushRef="#br1" timeOffset="97660.48">26595 6612 0,'-14'-3'0,"-3"-9"0,5-3 15,9-7-15,7-3 16,9-1-1,8 1 1,3 8-16,0 7 16,-1 13-16,-4 7 15,-4 12 1,-6 11-16,-3 6 16,-3 3-1,0-2 1,3-7-1,0-9-15,3-8 16,5-10-16,5-17 16,8-18-16,11-16 15,11-12 1,6-8 0,0-4-16,-4 3 15,-15 16 1</inkml:trace>
  <inkml:trace contextRef="#ctx0" brushRef="#br1" timeOffset="98176.05">27265 5905 0,'0'0'0,"0"0"0,-6 18 16,2 9 0,7 1-16,7-10 15,11-10 1,7-12-16,4-11 16,3-11-1,-2-9-15,-5-3 16,-6-1-1,-9 4-15,-10 2 16,-14 6 0,-9 6-16,-9 9 15,-10 9 1,-5 6-16,0 7 16,9-4-1,5-9-15,11-2 16</inkml:trace>
  <inkml:trace contextRef="#ctx0" brushRef="#br1" timeOffset="98675.99">27441 5616 0,'0'0'0,"13"-16"15,8-10 1,5-5 0,-1-5-16,-1-5 15,-6 0-15,-6 0 16,-10 0 0,-11 2-16,-7 3 15,-9 3-15,-3 8 16,-3 7-1,2 8-15,2 10 16,2 9 0,7 6-1,2 10-15,10 5 16,8 6-16,10 3 16,8 3-1,10 1-15,6-3 16,9-6-1,2-1-15,3-4 16,1-1 0,-2-3-1,-2 0-15,-3 0 16,-5 0-16,-5-5 16,-10-8-1,-7-6-15,-8-2 16</inkml:trace>
  <inkml:trace contextRef="#ctx0" brushRef="#br1" timeOffset="98847.85">27827 5565 0,'-14'13'0,"-6"9"16,0 2-1,3-7-15,2-11 16,3-8 0</inkml:trace>
  <inkml:trace contextRef="#ctx0" brushRef="#br1" timeOffset="99441.53">27793 5259 0,'0'0'0,"0"0"16,22-5 0,11-7-16,3-5 15,-3-5 1,-4-5-16,-8-3 15,-8-4 1,-7 1-16,-9-1 16,-11-4-1,-6-1-15,-13 2 16,-6 3 0,-4 8-16,-2 7 15,1 8 1,8 7-16,6 9 15,8 8 1,10 6-16,5 9 16,7 5-1,9 5-15,6 5 16,7 0-16,6 1 16,3 1-1,6-4 1,6-2-16,6-3 15,0-2 1,-1-1 0,-3 1-16,-7-1 15,-6-1-15,-6-5 16,-6-1 0,-4-3-16,-3-6 15,-1-6-15,-12-11 16,4 0-1,-4-4-15</inkml:trace>
  <inkml:trace contextRef="#ctx0" brushRef="#br1" timeOffset="99675.88">28128 5275 0,'0'0'0,"-18"14"15,-11 10-15,-4 4 16,2 4 0,1 2-1,5 3-15,2-9 16,6-9-1</inkml:trace>
  <inkml:trace contextRef="#ctx0" brushRef="#br1" timeOffset="109893.89">26293 5548 0,'0'0'0,"-9"-6"16,-2-1-16,3 8 15,4 11 1,3 9-16,4 10 15,5 9 1,3 4-16,3-1 16,1-6-1,3-7-15,4-13 16,7-9 0,2-12-16,6-9 15,2-11 1,1-6-16,-3-8 15,-3-1 1,-6-1-16,-11-1 16,-13 0-1,-12 2-15,-14 1 16,-13 9 0,-9 8-16,-7 12 15,-2 12 1,1 9-16,1 7 15,7 7 1,4 5-16,8 0 16,7-1-1,9-5-15,6-11 16,3-7 0,4-3-16</inkml:trace>
  <inkml:trace contextRef="#ctx0" brushRef="#br1" timeOffset="110409.45">26444 5224 0,'0'0'0,"23"8"0,-23-8 0,38 13 16,9 5-16,4 3 15,-5-1 1,-2 0 0,-9-2-16,-6-2 15,-9-7-15,-7-3 16,-13-6-16,0 0 15,2-4 1,-6-6-16,-5-11 16,-5-10-16,0-13 15,-2-5 1,4-7-16,0-2 16,5 4-1,5 6-15,9 6 16,12 11-1,11 5-15,9 12 16,7 9 0,6 6-16,3 9 15,3 5 1,-3 8-16,-3 4 31,-7 5-31,-11-6 16</inkml:trace>
  <inkml:trace contextRef="#ctx0" brushRef="#br1" timeOffset="118628.82">10061 4560 0,'0'0'0,"0"0"16,0 0-16,13-5 15,5-4 1,-4 2-16</inkml:trace>
  <inkml:trace contextRef="#ctx0" brushRef="#br1" timeOffset="118816.3">10295 4543 0,'0'0'0,"0"0"16,24 5-16,11-2 15,-6-1 1,-8-2-16</inkml:trace>
  <inkml:trace contextRef="#ctx0" brushRef="#br1" timeOffset="118956.9">10614 4579 0,'0'0'0,"0"0"16,0 0-16,22-1 15,5-1 1</inkml:trace>
  <inkml:trace contextRef="#ctx0" brushRef="#br1" timeOffset="119675.58">9188 4424 0,'0'0'0,"24"16"16,14 1-1,10-1-15,-1-9 16,-1-7 0,-7-2-16,-7-2 15,-9-3 1,-9 0-16,-7-4 16,-6-6-1,-6-4-15,-5-2 16,-4-6-1,-6-6-15,-3 0 16,-2-1 0,-4 6-16,-1-1 15,1 9 1,6 8-16,3 8 16,9 3-1,11 3-15,-6-1 16</inkml:trace>
  <inkml:trace contextRef="#ctx0" brushRef="#br1" timeOffset="120019.6">9465 3991 0,'-13'15'0,"-5"9"16,5 1 0,10-2-16,9-8 15,13-10-15,5-5 16,8-9 0,7 1-16,-3 0 15,-2 5-15,-8 3 16,-7 4-1,-4 4 1,-10 5-16,-7 6 16,-5 8-1,-5-1-15,2-2 16,4-7 0,2-7-16,1-3 15</inkml:trace>
  <inkml:trace contextRef="#ctx0" brushRef="#br1" timeOffset="120425.8">9700 3991 0,'0'0'0,"0"0"0,0 0 16,0 0-16,0 0 15,15-2 1,3-1-16,-3-2 16,-6-1-1,-4-4-15,-5-2 16,-6 1-16,-7 4 16,-1 3-1,-2 3-15,1 6 16,2 5-1,8 7-15,5 5 16,5 4 0,7 1-16,5-4 15,8-4 1,3-10-16,3-8 16,4-12-1,-3-11-15,-6 1 16,-9 7-1</inkml:trace>
  <inkml:trace contextRef="#ctx0" brushRef="#br1" timeOffset="120660.15">9969 3760 0,'-18'29'0,"-4"9"15,6 2-15,10 0 16,11-7 0,10-11-16,9-6 15,11-11 17,9-11-32,5-12 0,-8-1 15,-16 6-15</inkml:trace>
  <inkml:trace contextRef="#ctx0" brushRef="#br1" timeOffset="122284.97">11075 8185 0,'-16'4'0,"-3"2"15,4-4 1</inkml:trace>
  <inkml:trace contextRef="#ctx0" brushRef="#br1" timeOffset="122456.83">10781 8202 0,'-31'3'0,"-15"2"15,6-1 1,12-1-16</inkml:trace>
  <inkml:trace contextRef="#ctx0" brushRef="#br1" timeOffset="122613.06">10262 8279 0,'-36'5'0,"-18"3"16,-2 6 0,5-5-16,12-2 15</inkml:trace>
  <inkml:trace contextRef="#ctx0" brushRef="#br1" timeOffset="122738.05">9692 8364 0,'-23'3'0,"-6"0"15,7-1 1</inkml:trace>
  <inkml:trace contextRef="#ctx0" brushRef="#br1" timeOffset="122894.28">9323 8398 0,'-16'2'0,"-9"1"0,4-1 16,5 0-16</inkml:trace>
  <inkml:trace contextRef="#ctx0" brushRef="#br1" timeOffset="123737.93">10338 3769 0,'0'0'0,"17"16"0,8 11 16,7 8-16,5 8 15,-6-8 1</inkml:trace>
  <inkml:trace contextRef="#ctx0" brushRef="#br1" timeOffset="125378.38">11368 7956 0,'0'0'0,"0"0"15,19 11 1,8 10 0,2 7-16,6 2 15,-4 2-15,-1 0 16,-2-7-1,-3-3-15,-5-7 16,-8-6 0,-12-9-16,7-3 15,-5-10 1,-2-7-16,0-10 16,-1-4-1,-1-4-15,-3-3 16,-2 0-1,-3 2-15,1 3 16,1 7 0,3 9-16,2 7 15,3 1 1,2 3-16</inkml:trace>
  <inkml:trace contextRef="#ctx0" brushRef="#br1" timeOffset="125737.72">11855 7760 0,'0'0'0,"-16"13"0,-5 5 15,2-2-15,7 1 16,9 0 0,7 2-1,8-1-15,9-5 16,5 2-16,-2 2 16,0-1-1,-4-4-15,-9 1 16,-8 2-1,-9-1-15,-10 4 16,-6 1 0,-3 0-16,-1-8 15,6-6 1</inkml:trace>
  <inkml:trace contextRef="#ctx0" brushRef="#br1" timeOffset="126190.79">12098 7854 0,'0'0'0,"0"0"15,0 0-15,0 0 16,0 0 0,0 0-16,0 0 15,13-11 1,3-2 0,-6-3-16,-10 0 15,-7 4 1,-6 7-16,-4 7 15,-2 8-15,3 6 32,0 5-32,4 5 0,4 5 15,6 1 1,8-2 0,11-3-16,7-6 15,6-2 1,4-10-16,2-8 15,-7-2 1</inkml:trace>
  <inkml:trace contextRef="#ctx0" brushRef="#br1" timeOffset="126472.01">12358 7683 0,'-21'14'0,"-10"10"15,-3 7-15,10 3 16,7 5 0,13-2-16,10-1 15,10-6 1,12-6-16,6-7 15,3-6 1,3-11-16,-9-3 16</inkml:trace>
  <inkml:trace contextRef="#ctx0" brushRef="#br1" timeOffset="126909.46">12601 7785 0,'-8'-13'0,"-2"-6"15,4 1-15,8 5 16,8 2-16,3 6 16,5 3-1,2 5-15,0 7 16,-5 5 0,-8 6-16,-7 7 15,-8 6 1,-8 0-16,-1-4 15,5-6 1,5-6-16,4-3 16,6-8-1,10-7-15,15-6 16,12-5 0,14-1-16,9 1 15,-12 2 1</inkml:trace>
  <inkml:trace contextRef="#ctx0" brushRef="#br1" timeOffset="137908.25">25278 7292 0,'0'0'0,"0"0"15,0 0 1,24-3-16,14-3 16,2 0-1,-6-1-15</inkml:trace>
  <inkml:trace contextRef="#ctx0" brushRef="#br1" timeOffset="138220.94">25789 7275 0,'0'0'0,"22"8"0,12 2 15,5-4 1,5-4-1,-2-3-15,3 0 16,-2 0 0,-1 0-16,0 2 15,-8 2 1,-3 0-16,-6 1 16,-1-1-1,-1 1-15,6-2 16,1-2-1,5 0-15,2-1 16,-6 0 0,-12 0-1</inkml:trace>
  <inkml:trace contextRef="#ctx0" brushRef="#br1" timeOffset="139470.79">22193 7496 0,'-10'-1'0,"10"1"16,0 2-1,16 5 1,15 8-16,8 0 15,7 0 1,3-6-16,5-3 16,1-6-16,-7-4 15,-3 0 1,-7-2 0,-6 0-16,-8-3 15,-9-3 1,-3-7-16,-5-8 15,-8-3 1,-11-9-16,-3 2 16,-7-1-1,-7 4-15,-6 4 16,-2 5 0,1 6-16,5 8 15,2 4 1,9 4-16,5 2 15,6 2 1,9-1-16,0 0 16,3 2-1</inkml:trace>
  <inkml:trace contextRef="#ctx0" brushRef="#br1" timeOffset="139861.37">22645 6952 0,'-3'35'0,"3"13"16,3-1-1,7-15-15,5-16 16,13-14-1,5-12 1,7-7-16,2 0 16,1-3-16,-3 6 15,-2 7 1,-8 7-16,-9 6 16,-4 10-1,-11 9 1,-8 7-16,-7 5 15,-6 3 1,0-3 0,1-12-16,4-12 15,3-9-15</inkml:trace>
  <inkml:trace contextRef="#ctx0" brushRef="#br1" timeOffset="140330.07">22972 6935 0,'0'0'0,"0"0"15,0 0-15,0 0 16,0 0-1,19-13-15,4-7 16,-1-4 0,-8 1-16,-6 1 15,-8 2 1,-5 4-16,-6 9 16,-4 7-1,-2 9-15,2 8 16,0 12-1,6 4-15,6 2 16,9-2 0,14-1-16,6-8 15,9-8 1,3-10-16,2-10 16,5-6-1,-3-11-15,-2-8 16,-3-6-1,-12-6-15,-8 6 16</inkml:trace>
  <inkml:trace contextRef="#ctx0" brushRef="#br1" timeOffset="140626.93">23190 6568 0,'0'31'0,"6"14"15,7 2 1,8-5-16,6-7 16,1-11-1,6-12 1,-1-12-16,2-12 15,1-12-15,1-8 16,-3-5 0,-3-2-1,-7 0-15,-9 10 16</inkml:trace>
  <inkml:trace contextRef="#ctx0" brushRef="#br1" timeOffset="140845.65">23718 6297 0,'-11'15'0,"-9"9"15,-2 7-15,2 2 16,1-1-1,3-3 1,1-7-16,4-9 16,5-6-16</inkml:trace>
  <inkml:trace contextRef="#ctx0" brushRef="#br1" timeOffset="141314.34">23710 6135 0,'0'0'0,"0"0"15,0 0 1,17 16-16,11 1 16,1-4-1,1-7 1,-2-10-16,-3-5 16,-2-8-16,-3-4 15,-5 2 1,-7-3-16,-7 2 15,-5 1 1,-7 2-16,-8 4 16,-7 8-1,-5 8-15,-4 6 16,3 3 0,3-1-16,9 1 15,20-12 1,-7 6-1</inkml:trace>
  <inkml:trace contextRef="#ctx0" brushRef="#br1" timeOffset="141470.57">24003 5897 0,'0'0'0,"0"0"0,0 0 16,0 0-1,0 0-15</inkml:trace>
  <inkml:trace contextRef="#ctx0" brushRef="#br1" timeOffset="142126.76">23702 5700 0,'0'0'0,"0"0"0,6-18 16,4-11-1,9-3-15,1 1 16,3-1 0,1 5-16,0 3 15,-2-2 1,0 4-1,-3 4-15,-7 1 16,-2 6 0,-2 4-16,-8 7 15,0 0-15,9-1 16,3 9 0,5 4-1,2 7-15,0 5 16,2 7-1,5 5-15,0 3 16,-1-2-16,3-1 16,2-4-1,-3 0-15,0-7 16,-3 0 0,-6-1-1,-2-1-15,-5-8 16,-2 1-1,-3-3-15,-1-4 16,1-6-16,1-9 16,0-6-1,-4-4-15,-1 0 16</inkml:trace>
  <inkml:trace contextRef="#ctx0" brushRef="#br1" timeOffset="142361.1">24238 5514 0,'-23'15'0,"-12"12"15,-1 10 1,0 6-16,4 0 16,7-6-1</inkml:trace>
  <inkml:trace contextRef="#ctx0" brushRef="#br1" timeOffset="172783.25">27743 9504 0,'-4'-19'0,"0"-13"16,3-4-16,2-6 16,-1 7-1</inkml:trace>
  <inkml:trace contextRef="#ctx0" brushRef="#br1" timeOffset="173001.98">27843 8627 0,'9'-38'15,"9"-20"-15,1-2 16,-4 12 0,-4 15-16</inkml:trace>
  <inkml:trace contextRef="#ctx0" brushRef="#br1" timeOffset="173205.08">28263 7854 0,'17'-26'0,"14"-13"15,3-2-15,4 0 16,-9 9 0</inkml:trace>
  <inkml:trace contextRef="#ctx0" brushRef="#br1" timeOffset="173376.94">28715 7505 0,'24'-3'0,"13"-1"15,2-3 1,-8 1-16</inkml:trace>
  <inkml:trace contextRef="#ctx0" brushRef="#br1" timeOffset="173548.79">29143 7582 0,'16'13'0,"7"7"0,5 1 15,0-3-15,-5-5 16</inkml:trace>
  <inkml:trace contextRef="#ctx0" brushRef="#br1" timeOffset="173705.48">29545 8032 0,'12'36'0,"9"16"0,4-2 16,-4-12 0</inkml:trace>
  <inkml:trace contextRef="#ctx0" brushRef="#br1" timeOffset="173877.34">29855 8772 0,'2'36'0,"5"17"16,4 5-1,-2-11-15,-2-16 16</inkml:trace>
  <inkml:trace contextRef="#ctx0" brushRef="#br1" timeOffset="174049.2">30032 9580 0,'-4'21'0,"-3"11"0,4 7 16,3-3-1,2-8-15,0-10 16</inkml:trace>
  <inkml:trace contextRef="#ctx0" brushRef="#br1" timeOffset="174955.34">27894 6620 0,'0'0'0,"18"11"16,14 11-1,6 2-15,3 2 16,1 2 0,1-4-16,-4-1 15,-3-1 1,-5-1-16,-1-3 16,-6 1-1,-4-3-15,-5-2 16,-4-3-1,-8-3-15,-7-2 16,-3-4 0</inkml:trace>
  <inkml:trace contextRef="#ctx0" brushRef="#br1" timeOffset="175408.42">28069 6815 0,'-18'-16'0,"-11"-14"16,1-1 0,6-1-16,8 1 15,5-2 1,9-3-16,11-3 16,7 0-1,13 1-15,5 5 16,7 8-1,5 4-15,4 11 16,2 9 0,-2 8-16,0 8 15,-2 6 1,-3 6-16,-6 3 16,-10 8-1,-8 7-15,-14 0 16,-11 6-1,-11 2 1,-12 1-16,-6-1 16,-7-2-1,-1-6-15,-1-10 16,5-17 0,7-9-16,11-4 15</inkml:trace>
  <inkml:trace contextRef="#ctx0" brushRef="#br1" timeOffset="176236.46">28640 6211 0,'-16'10'0,"-8"1"16,-1-1-1,2-5-15,3-8 16,4-7-1,6-10-15,5-6 16,5-5 0,6-4-16,6 4 15,10 6 1,6 6-16,6 8 16,-3 10-1,1 12-15,-1 11 16,-7 12-1,-9 11-15,-5 5 16,-5 2 0,-6-2-16,-4-8 15,-1-7 1,3-8-16,3-8 16,3-6-1,6-11-15,9-14 16,5-13-1,10-9-15,7-8 16,6-7 0,-3-5-16,0-4 15,-9 11 1</inkml:trace>
  <inkml:trace contextRef="#ctx0" brushRef="#br1" timeOffset="176752.02">29268 5548 0,'-20'6'0,"-5"7"0,3 6 16,7 2-1,8 3-15,11-2 16,8-5 0,8-8-16,6-7 15,4-6 1,6-6-16,-3-7 15,-1-5 1,-4-3-16,-2-3 16,-5 0-1,-7-2-15,-8 1 16,-6 1 0,-8 3-16,-11 4 15,-9 7 1,-3 6-1,-1 8-15,1 5 0,1 7 16,0 8 0,1 4-16,6 7 15,7-4 1,5-11-16,4-8 16</inkml:trace>
  <inkml:trace contextRef="#ctx0" brushRef="#br1" timeOffset="177298.84">29453 5199 0,'0'0'0,"19"11"16,11 8-16,3 6 16,0 3-1,-1 1-15,-3-8 16,-3-4 0,-9-7-16,-5-8 15,-6-9 1,-4-6-16,-5-5 15,-2-6 1,-1-6-16,-1-8 16,0-4-1,1-4-15,2 2 16,4 5 0,4 7-16,4 7 15,7 6 1,4 6-16,9 10 15,4 8 1,2 8-16,4 8 16,-2 3-1,1 3-15,-3 1 16,1 1 0,-4-1-16,1-4 15,-7-6 1</inkml:trace>
  <inkml:trace contextRef="#ctx0" brushRef="#br1" timeOffset="177939.39">28715 7147 0,'16'13'0,"10"5"0,5 5 16,3 4 0,3-2-16,-1-4 15,1 4 1,-6-4-16,-4-1 16,-8-1-1,-7-2-15,-9-4 31,-7-4-31,-2-6 0</inkml:trace>
  <inkml:trace contextRef="#ctx0" brushRef="#br1" timeOffset="178376.84">28748 7240 0,'-11'-27'0,"-5"-15"0,5-5 16,10 6 0,7 1-1,9 7-15,8 2 16,7 8-16,4 8 16,8 8-1,3 7-15,2 9 16,4 5-1,-2 7-15,-5 4 16,-3 3 0,-9 0-1,-8 2-15,-10 2 16,-8 1-16,-6 1 16,-10 3-1,-8 1 1,-8-1-16,-4-4 15,-3-6 1,0-9-16,3-8 16,4-9-1,2-10-15,4-2 16,9 1 0</inkml:trace>
  <inkml:trace contextRef="#ctx0" brushRef="#br1" timeOffset="178626.81">29244 6833 0,'21'16'0,"15"7"16,5-2-1,4 0-15,1-6 16,-12-8 0</inkml:trace>
  <inkml:trace contextRef="#ctx0" brushRef="#br1" timeOffset="179220.5">29806 6059 0,'-20'8'0,"-2"7"16,8 7-16,10 9 16,10 0-1,10 0-15,6-3 16,6-9 0,0-8-16,2-7 15,-2-8 1,-4-6-16,-1-8 15,-8-7 1,-3-2-16,-2 1 16,-7-3-1,-5-2-15,-8 2 16,-7 0 0,-11 7-16,-4 5 15,-2 9 1,2 6-16,6 5 15,3 3 1,8 0-16,4-4 16,5-1-16</inkml:trace>
  <inkml:trace contextRef="#ctx0" brushRef="#br1" timeOffset="179751.69">29957 5879 0,'21'-16'0,"12"-12"15,0-1-15,-9-3 16,-3 3-16,-2-3 15,-10-2 1,-6 4-16,-7-1 16,-11 2-1,-5 1-15,-7 3 16,-1 5-16,-5 4 31,0 5-31,2 6 16,7 7-16,4 7 15,6 7 1,5 2-16,4 4 0,10 4 16,8 4-1,5 9-15,5-1 16,7 2 0,9-1-1,2 0-15,1-1 16,2-1-1,-4-2-15,0-4 16,-3-3-16,-3-2 16,-3-5-1,-8-7-15,-7-8 16,-7-5 0</inkml:trace>
  <inkml:trace contextRef="#ctx0" brushRef="#br1" timeOffset="179923.55">30316 5837 0,'0'0'0,"-13"14"0,-4 4 15,4 0 1,3-8-16,2-7 15</inkml:trace>
  <inkml:trace contextRef="#ctx0" brushRef="#br1" timeOffset="180610.98">30359 5506 0,'0'0'0,"21"-7"16,13-7-16,-1-3 15,2-5 1,-2-4-16,-1-3 15,-2-2 1,-9-5-16,-6 3 16,-5-6-1,-7 1-15,-10-3 16,-6 2 0,-6 4-16,-4 6 15,-2 6-15,-2 6 16,-2 7-1,-1 6-15,3 4 16,5 7 0,5 6-16,6 6 15,4 7 1,5 4-16,5 2 16,5 1-1,10 3-15,4 0 16,6 0-1,4 0-15,3 2 16,3-4-16,1 0 16,2 0-1,-2 0-15,1 0 16,-4-1 0,-1-3-16,-4-3 15,-2-3 1,-2-3-1,-5-3-15,-3-3 16,-4-7-16,-6-8 16,-5-9-1,-6-3-15</inkml:trace>
  <inkml:trace contextRef="#ctx0" brushRef="#br1" timeOffset="180829.7">30895 5420 0,'-20'10'0,"-14"7"16,-4 8-16,-4 10 15,-5 8 1,-3 5-16,-1 7 15,3-1 1,10-11 0</inkml:trace>
  <inkml:trace contextRef="#ctx0" brushRef="#br1" timeOffset="182751.36">25135 9513 0,'0'0'0,"0"0"16,0 0-16,0 0 15,0 0-15,0 0 16,0 0 0,0 0-16,0 0 15,0 0 1,0 0-16,0 0 16,0 0-16,0 0 15,0 0 1,-3-18-1,2-9-15,1-2 16,3-4 0,-1-2-16,4 2 15,3-4-15,1-1 16,-1-6 0,2-6-16,-2-3 15,3-5 1,4-4-1,2-1-15,0-1 16,0 0 0,2-2-16,2 1 15,0-2 1,-2 2-16,4-3 16,1 1-1,0 2 1,-2 4-16,5 3 15,3 2 1,1 3-16,-2-1 16,1-1-1,4 1-15,0 4 16,0 3 0,1 3-1,0 4-15,0 3 16,1 1-1,-3 0 1,1 4-16,1-1 16,1 1-16,-3 3 15,3 2 1,-2 4-16,-1 4 16,-1 1-1,-2 4-15,3 4 16,-1 1-1,-2 4-15,0 2 16,0 3 0,-2 2-16,0 2 15,2 1 1,-1 1-16,1 2 16,-1 2-1,2-3-15,0 3 16,0 2-1,0 2-15,-1 3 16,2 3 0,0 2-16,-2 2 15,-2 3 1,-2 2-16,-1 4 16,4 3-1,0 6 1,-1 1-16,-4 7 15,0 1-15,-2 1 16,-1 0 0,3-1-16,1 1 15,-1 2 1,4 2-16,3 3 16,-2 2-1,-2 5 1,-1 1-16,1 1 15,0-2-15,1 2 16,1 0 0,1-2-1,-1 3-15,-3-1 16,-1-1 0,-1-1-16,-3-1 15,-9-1-15,-2 1 16,-2-6-1,-1-6-15,1-6 16,1-6 0,3-3-16,0-8 15,-2-11 1,-11-19-16,4 9 16</inkml:trace>
  <inkml:trace contextRef="#ctx0" brushRef="#br1" timeOffset="184376.19">27710 9615 0,'-1'-26'0,"-2"-14"16,-3-4 0,3-1-16,3-1 15,3-3 1,0 2-16,-3 0 16,0-3-1,3 0-15,1-2 16,-1 2-1,2-2-15,-2-1 16,3 2 0,3-1-16,1 1 15,1-3 1,1 1-16,4-1 16,1 4-1,0 1 1,1-1-16,-1 0 15,0 1-15,2 1 16,1-1 0,3-2-1,4 1-15,1 0 16,3 1 0,-2 2-16,-1 2 15,-3 3 1,1 0-16,3 1 15,-1 1 1,1 0-16,2 0 16,-1 3-1,1 3-15,-1 3 16,0 5 0,1 0-16,0 1 15,2 1 1,0 3-16,1 2 15,-1 2 1,0 1-16,3 4 16,-2 0-1,0 1-15,-3 4 16,3 5 0,-3 0-16,-3 4 15,0-1 1,-2 3-16,1 5 15,3 0 1,-1 3-16,2 2 16,-4 1-1,-2 3-15,3 0 16,-3 0 0,3 5-16,1 0 15,-1 1 1,-1 1-16,-1 0 15,1 3 1,4 2-16,0 5 16,0 2-1,-3 2-15,1 1 16,0 1 0,-1 2-16,0 3 15,3 0 1,-4 4-16,2-2 15,0-1 1,-2 3-16,4 0 16,-4 3-1,1 2 1,-1 4-16,0 1 16,-1 2-16,-1 1 15,-1-1 1,4 0-16,0 1 15,-1 1 1,-1-1-16,-2 2 16,-5 0-1,0 0 1,-4-1-16,0 0 16,-3-4-16,2-2 15,-2-6 1,1-2-16,-2-2 15,0-1 1,0-4 0,-3-1-16,0-3 15,-1-1-15,0-6 16,2-7 0,-1-3-16,-2-6 15,-3-5 1,2-1-16,-5-10 15,0 0 1,0 0-16,0 0 16,0 0-1,0 0-15,-2-11 16,-3-7 0</inkml:trace>
  <inkml:trace contextRef="#ctx0" brushRef="#br1" timeOffset="186579.07">26636 7393 0,'36'-3'0,"13"-2"0,-7 0 15,-13 1 1</inkml:trace>
  <inkml:trace contextRef="#ctx0" brushRef="#br1" timeOffset="186735.3">27257 7343 0,'26'-3'0,"13"-1"0,8 1 16,0 1-1,-10 0-15,-13 2 16</inkml:trace>
  <inkml:trace contextRef="#ctx0" brushRef="#br1" timeOffset="186907.16">28069 7343 0,'44'0'0,"19"0"0,-7 0 15,-18 0 1</inkml:trace>
  <inkml:trace contextRef="#ctx0" brushRef="#br1" timeOffset="187125.87">28691 7385 0,'30'3'0,"12"1"0,1 3 16,-1-2-16,-4 2 15,-4 0 1,-5-2 0,-6-2-16,-5 0 15,-3 0-15,-6-2 16,-3-1 0</inkml:trace>
  <inkml:trace contextRef="#ctx0" brushRef="#br2" timeOffset="204420.84">9557 5403 0,'0'0'0,"0"0"0,0 0 0,0 0 15,0 0 1,0 0-16,2-17 16,4-8-1,-4-5-15,-1-2 16,1 0-1,-2-3-15,2-4 16,-2-6 0,0-7-16,2-5 15,-3-4 1,1-3-16,3 3 16,2 3-1,-1 2-15,0 2 16,2 4-1,1-1-15,-1 1 16,-2 0 0,2 2-1,4 4-15,-1 4 16,0 4 0,1 9-16,-1 3 15,-4 3-15,2 5 31,1 4-31,1 0 0,0 3 16,2 1 0,1 1-16,2 1 15,1 2 1,0 0-16,1 4 16,4 0-1,2 1-15,0-1 16,1-1-1,1 2-15,2 2 16,-1-3 0,4 0-16,-1 0 15,3 0 1,3 0-16,1 0 16,3 0-1,0-2-15,2 1 16,4 0-1,2-2-15,0-2 16,0 0 0,2 1-16,2-2 15,-1-1 1,3 1-16,-1-1 16,-3-2-1,2 5-15,1 1 16,-2-1-1,4-1-15,0 2 16,-3 1 0,1 2-16,0-2 15,-2 0 1,1 2-16,-3-1 16,-1 1-1,1 0-15,3 0 16,-3 0-1,0 1-15,1 2 16,-4-2 0,3-2-16,-5-2 15,2-1 1,-1 1-16,-3 2 16,0 0-1,0 1-15,0 0 16,-1 0-1,3-3-15,-3-1 16,-1 1 0,-1 2-16,1-2 15,-2 2 1,-1 1-16,-1 2 16,2-3-1,-2 0-15,0 0 16,1 0-1,-1 0-15,0 1 16,-1 0 0,2 0-16,-1-2 15,-1-2-15,-3 4 16,1-1 0,1-3-16,-1 1 15,1 0 1,1 1-16,1 0 15,-3 0 1,-2 1-16,2-2 16,-1 0-1,2 1-15,-1-1 16,3 0 0,-3-1-1,-1 1-15,2-2 16,1 3-16,1-1 15,0 2 1,0-2-16,-2-1 16,2 0-1,-1 2-15,0 1 16,1 0 0,0-2-16,1 2 15,0 0 1,0 0-16,1 1 15,1 0 1,-1 0-16,2 0 16,-4 0-1,1 0-15,1 2 16,1 0 0,-1 0-16,2-2 15,0 3 1,2 0-16,-1-1 15,5 1 1,-3 0 0,5 1-16,0-1 15,-2 2-15,0-1 16,2-1 0,4-2-16,0-1 15,-1 0 1,0 0-16,-1 0 15,1 0 1,2 2-16,1 1 16,-2 1-1,-2 0-15,-2-1 16,1-1 0,3 4-16,-1-2 15,-4-1 1,0 4-16,-2 0 15,2 0 1,0 1-16,0-2 16,-1 1-1,-2-2-15,2 1 16,-2-1 0,-1 4-16,0-4 15,-1 1 1,-1 0-16,-1-1 15,0-2 1,-2 2-16,1-2 16,-3 2-1,0-3-15,0 1 16,2-2 0,1 2-16,-3-2 15,0 2 1,-1 2-16,2-2 15,-1 0 1,0-1-16,0-1 16,-1 2-1,1-1-15,-1 1 16,1 1 0,-1-2-16,3-1 15,0 2 1,2 0-16,-2-1 31,1-1-31,-3 2 0,3 0 16,-1 2-1,2-3-15,-2 1 16,2-2 0,-1 1-16,1-1 15,2 1 1,2 0-16,0-1 15,-1-1 1,-4 0-16,1 0 16,-1 0-1,3 0-15,-1 0 16,4 3 0,-1 0-16,-3-3 15,-1 0 1,-1 1-16,3 1 15,-1-3 1,-1 1-16,2-1 16,-2 1-1,-2 2-15,0-2 16,-4 0 0,-1 2-16,0-1 15,1 1 1,0 0-16,-1 1 15,0 0 1,-1 2-16,1 0 16,-2 0-1,1-1-15,1-2 16,-1 2 0,-3 1-16,2 1 15,-2 2 1,0 0-16,-1-1 15,-3 3 1,1 1-16,-1 5 16,-1-3-1,-2 4-15,0 1 16,1 3 0,-3 1-16,1 2 15,0 2 1,-3-2-16,-1 2 15,-1 0 1,-3 2-16,3 4 16,-5 1-1,-3 3-15,2 1 16,-1 0 0,-1 2-16,1 2 31,-1-3-31,-1 3 0,2-1 15,-2 2-15,-2-1 16,2 3 0,-2 1-16,2 1 15,-3 1 1,0 3-16,-2 2 16,-1 2-16,-2 2 15,0 3 1,-2-1-16,0 2 15,0-2 1,0 4-16,-3 3 16,-1 4-1,2 3-15,-1 4 16,-3 4 0,-1 1-16,-4 1 15,3 0 1,0 2-16,1 2 15,2 2 1,1 1 0,2 1-16,-6-1 15,-1 0 1,1-2 0,-2 0-16,6-2 15,0-3-15,-2-1 16,4-3-1,3 2-15,1-2 16,0 0 0,-2-2-16,1-1 15,3-2 1,0 0-16,-1-2 16,-1-2-1,2-2-15,-2-2 16,2-3-1,0-1-15,-2-2 16,2-5 0,-1-5-16,1-7 15,0-4 1,0-8-16,2-5 16,1-8-1,-1-4 1,-1-13-16,0 0 15,0 0-15,0 0 16,0 0 0,0 0-16,0 0 31,-3 0-31,-2-8 0,-2-7 16,-2-2-16,1-4 15,-2-4 1,1 2-16,2 1 15,0-2 1,-1 7-16,1 6 16,3 5-1,4 6-15,0 0 16,0 0 0,-1 6-16,3 10 15,3 9 1,2 6-16,1 3 15,1 4 1,1 0-16,1-7 16,1-7-1,0-3-15,-1-7 16,-2-6 0,0-2-16,-1-3 15,0-3-15,0-5 16,3-5-1,1-5 1,2-4-16,2-5 16,0-4-1,4 0-15,2 2 16,2-3 0,3-1-16,0 2 15,-5 4 1,-6 9-16</inkml:trace>
  <inkml:trace contextRef="#ctx0" brushRef="#br2" timeOffset="-208217.93">8996 8083 0,'-14'28'0,"-3"15"15,1 7 1,-1 0-16,2 4 15,1-1 1,2 1-16,1 1 16,4 0-1,0 3-15,4 3 16,-1 1 0,-3 3-16,3 1 15,0 1 1,4-1-16,-1-3 15,1-1 1,2-3-16,2-3 16,3-1-1,-1-3-15,-2 0 16,4 0 0,2-3-16,2 0 15,1-2 1,3-5-16,1-3 15,3-5 1,2-3-16,4-3 16,0 2-1,5-3-15,0-5 16,4-5 0,3-6-16,2-2 15,7-1 1,0 1-16,2-3 15,3-1 1,1-3-16,-3-1 16,3 1-1,4 2-15,2-2 16,1-2 0,2-3-16,4-2 15,3 1 1,-1 0-16,0-1 15,1 0 1,1 1-16,0 2 16,4-1-1,1 0-15,-3-1 16,3 0 0,3 1-16,0-4 15,3 1 1,1 1-16,-1 1 15,2-3 1,1 1-16,0-2 16,0 0-1,2 2 1,1 2-16,0 0 16,-3-3-1,1 4-15,-3 2 16,2 1-1,0-5-15,-3 5 16,1 0 0,-2 0-16,0 3 15,-4-3 1,3 2-16,-1 2 16,0-3-1,-1 0 1,-1 1-16,-1 2 15,1 0 1,-1 1-16,0 0 16,-5 0-16,-4 4 15,2-2 1,4 0 0,-3-2-16,-2 1 15,0 0-15,-2 2 16,-2-1-1,1 0 1,-3 2-16,-3-1 16,-2 0-1,-1 1-15,1-1 16,-4-2 0,-3 0-16,1 0 15,-3 0 1,-1-1-16,0-2 15,-3-2 1,-2 2-16,-3-2 16,2 1-1,-2-2-15,-3-3 16,-3 0 0,2-1-16,-5-3 15,2 1 1,-3-1-16,-3-3 15,-2 0 1,-1-3-16,-2-1 16,0 0-1,-1-4-15,-3-1 16,0-1 0,3-2-16,0-3 15,-2-2 1,-2-2-16,1-3 15,-3 0 1,4-5-16,-2-2 16,0-5-1,-2 0-15,3-3 16,-1 0 0,-3-2-16,-1 1 15,-2-3 1,1-3-16,-1 2 15,0 0 1,-2-1-16,0-2 16,0-3-1,1 1-15,-2-3 32,-1 0-32,0 0 0,1 0 15,2 0 1,2-3-1,1-2-15,-3-1 16,0-2-16,1 2 16,2-1-1,0-2 1,3 0-16,-1-1 16,1 2-1,0-4-15,-2 0 16,3 2-1,-1-2-15,2 1 16,-3-7 0,2 0-16,0 2 15,1-1 1,2-3-16,0 1 16,2-1-1,3 3-15,-1 4 16,1 4-1,-1 5-15,-1 4 16,0 4 0,0 3-16,-3 4 31,2 7-31,-1 5 0,-1 5 16,-4 6-1,3 1-15,0 5 16,0 6-1,2 0-15,2 3 16,3 1 0,2 5-16,2 3 15,0-3 1,-1-1-16,2 2 16,1 1-1,0 1-15,0 1 16,2 1-1,2 2-15,0 0 16,1 1 0,0 0-16,0 0 15,1 0 1,3 3-16,-5-3 16,3 0-1,5-1-15,4-2 16,-1 3-1,4 1-15,1-2 16,-4-1 0,2 1-16,1 1 15,0 1 1,-2 0-16,3 1 16,-5 0-1,-1 0-15,-7 0 16,-5 3-1,-5 1-15,-3 2 16,-5 1 0,-5 3-16,-2 3 15,-3 4 1,-2 3-16,-3 4 16,-4-1-1,-1 3-15,-2 3 16,2 4-1,1 3-15,0 4 16,-1 5 0,1 0-16,0 2 15,-1 2 1,1 4-16,1 3 16,-1 1-1,0 2 1,2 3-16,-1 2 15,-1 3 1,0 0-16,0-1 16,0 3-1,-2 0-15,1 2 16,0 0 0,1-1-16,-1 0 15,1 0 1,-3 4-16,0-1 15,2-1 1,1-2-16,0 0 16,0 0-1,2-5 1,2 0-16,-2-1 16,3-6-1,0 0-15,2-3 16,0-5-1,0-1-15,1-4 16,-2-1 0,-1-5-16,-1-8 15,2-2 1,-1-5-16,0-3 16,2-5-1,1-5 1,-1-2-16,-1-4 15,-3-3-15,-3-7 16,0 0-16,0 0 16,0 0-1,1-2-15,-1-4 16,0-7 0,0-4-16,0-3 15,0-3 1,2 0-16,3-4 15,-1 1 1,-1 1-16,0-1 16,1 1-16,-1 2 15,0 1 1,0 4-16,1 4 16,-1 0-16,0 3 15,-2 3 1,-1 2-16,0 6 15,0 0 1,0 0-16,0 0 16,4 2-16,3 2 15,1 6 1,-2 3-16,-1 2 16,-2 7-1,0 3-15,1 2 16,-4 7-1,0 2-15,-4 1 16,1 0 0,1-4-16,-1-2 15,-3 0 1,3-2-16,2-4 16,1-4-1,0-6-15,-1-2 16,1-2-1,0-11-15,0 0 16,0 0 0,0 0-16,0 0 15,-3 7 1,-4-7-16,1-1 16,-1-2-16,-1-1 15,-5-5 1,1-3-16,-3 0 15,-1-3 1,-2-1-16,2 0 16,-4 0-1,1-1-15,-4-1 16,1 1 0,-2 0-16,2 1 15,-1 3 1,0-3-16,2 3 15,6 5 1,-3 3-16,1 5 16,0 5-16,-1 3 15,1 1 1,4-6 0,1-1-16</inkml:trace>
  <inkml:trace contextRef="#ctx0" brushRef="#br2" timeOffset="-114633.83">11066 5122 0,'-3'19'0,"0"2"16,0-3-16,1-6 16,2-12-1,0 0-15,0 0 32,-7 0-32,2-8 0,1-2 15,2-3 1,1 4-16,3-1 15,4 2 1,3 5-16,1 5 16,3 0-16,-1 2 15,-3 3 1,-5 1 0,-4 3-16,-4 3 15,-5 0 1,-3 1-16,-3-3 15,1-5 1,2-5-16,5-7 16,8-9-1,3-1-15</inkml:trace>
  <inkml:trace contextRef="#ctx0" brushRef="#br0" timeOffset="47975.31">2775 1651 0,'-84'20'0,"-31"25"0,-6 19 16,8 18-16,14 13 15,15 12 1,17 6 0,20 1-16,17-6 15,19-8-15,15-12 16,16-11-1,17-15 1,17-18-16,14-16 16,16-23-1,12-21-15,11-21 16,7-17-16,9-11 16,1-4-1,-1 1-15,-7 6 16,-11 8-1,-15 13-15,-21 6 16,-21 10 0,-25 2-16</inkml:trace>
  <inkml:trace contextRef="#ctx0" brushRef="#br0" timeOffset="48209.66">2406 2707 0,'-10'-17'0,"8"-17"16,22-17 0,22-16-16,26-9 15,20-7 1,13 1-16,0-2 15,-2-10 1,-24 17-16</inkml:trace>
  <inkml:trace contextRef="#ctx0" brushRef="#br0" timeOffset="48506.51">3479 1311 0,'5'31'0,"1"22"16,2 19-1,1 17-15,2 11 16,2-1-1,0-10-15,-1-13 16,4-12 0,-7-14-16,-4-9 15,-6-21 1,-2-9-16,-5-15 16</inkml:trace>
  <inkml:trace contextRef="#ctx0" brushRef="#br0" timeOffset="48756.48">3085 1702 0,'0'0'0,"45"-1"15,28 1-15,23 6 16,16 0-16,11 1 16,5 4-1,3 0-15,-12-6 16,-29-4 0</inkml:trace>
  <inkml:trace contextRef="#ctx0" brushRef="#br0" timeOffset="49287.67">5281 1405 0,'-16'19'0,"-20"16"0,-18 15 16,-22 15 0,-23 14-16,-27 12 15,-18 16 1,-24 10-16,-15 13 15,-15 9 1,-13 9-16,-5 5 16,0 4-1,6-4-15,18-4 16,16-11 0,21-11-16,16-14 15,19-13 1,16-11-16,14-16 15,15-17 1,13-10 0,10-12-16,10-9 15,7-4-15,11-5 16,3-1 0,2 0-16,-5-64 15,6-15 1</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7:57:31.711"/>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C0000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0070C0"/>
    </inkml:brush>
  </inkml:definitions>
  <inkml:trace contextRef="#ctx0" brushRef="#br0">2440 1413 0,'-60'37'16,"-21"26"-16,-1 17 15,12 18 1,7 12-16,13 6 16,14-1-1,16-13-15,20-18 16,14-20-16,14-15 15,19-17 1,15-18-16,10-14 16,16-13-1,14-12-15,9-17 16,7-9 0,5-6-16,-2 5 15,-9 0 1,-18 9-16,-28 4 15,-25 11 1</inkml:trace>
  <inkml:trace contextRef="#ctx0" brushRef="#br0" timeOffset="265.58">2163 2314 0,'0'0'0,"22"-27"0,18-23 16,23-10-1,19-10-15,12-7 16,8-8-1,0-9-15,-12-2 16,-23 22 0</inkml:trace>
  <inkml:trace contextRef="#ctx0" brushRef="#br0" timeOffset="515.54">3295 1141 0,'0'0'0,"0"0"15,2 30-15,2 27 16,-3 14 0,-2 13-16,-7 9 15,-6 4 1,0-3-16,-3-13 15,8-22 1,1-25-16,4-16 16</inkml:trace>
  <inkml:trace contextRef="#ctx0" brushRef="#br0" timeOffset="765.54">2926 1481 0,'30'-1'0,"26"5"0,19 7 15,17 6 1,7 5-16,9 4 15,-4-9 1,-24-5-16,-28-6 16</inkml:trace>
  <inkml:trace contextRef="#ctx0" brushRef="#br0" timeOffset="1156.09">4845 1302 0,'0'0'0,"-13"25"16,-21 18-1,-24 14-15,-20 5 16,-20 9 0,-18 6-16,-19 6 15,-18 7 1,-13 6 0,-15 4-16,-6 3 15,-2 2-15,-5 4 16,5-2-1,16-8-15,20-11 16,24-10 0,24-13-16,25-14 15,27-16 1</inkml:trace>
  <inkml:trace contextRef="#ctx0" brushRef="#br0" timeOffset="2624.71">2767 3480 0,'-15'-21'0,"-3"-3"16,3 8 0,7 9-16,1 16 15,2 13-15,-1 14 16,0 15-1,-2 15-15,1 12 16,-2 12 0,-1 9-16,1 4 15,3 7 1,2 1-16,-1 7 16,5 1-1,-4-5-15,2-6 16,1-10-1,1-11-15,1-15 16,-2-12 0,0-13-16,0-18 15,0-10 1,-2-6-16,-1-9 16,-4-5-1,-12-3-15,-6-4 16,-16 3-1,-8 5-15,-6 8 16,-4 8 0,-4 11-16,1 13 15,1 12 1,2 13-16,6 11 16,5 9-1,11 8-15,7 5 16,14 2-1,13 2-15,12-1 16,18-1 0,13-10-16,15-5 31,12-7-31,12-9 0,10-12 16,11-15-1,5-18-15,6-18 16,-1-14-1,1-17-15,-3-15 16,-3-15 0,-6-14-16,-11-10 15,-8-12 1,-6-7-16,-8-9 16,-9-2-1,-14-4-15,-17 0 16,-16 3-1,-15 9-15,-16 7 16,-18 11 0,-16 9-16,-13 13 15,-9 14 1,-5 16 0,-1 13-16,2 15 15,3 13 1,3 15-16,6 12 15,3 3-15,18-8 16</inkml:trace>
  <inkml:trace contextRef="#ctx0" brushRef="#br0" timeOffset="3249.64">2172 6110 0,'1'-36'0,"9"-18"16,2-7 0,6 0-16,5 1 15,4 3 1,5 5-16,2 11 16,0 12-1,7 17-15,1 17 16,4 16-1,-1 13-15,4 12 16,1 3 0,-1-1-16,3-9 15,-7-10 1,-2-9-16,-7-13 16,-5-9-1,-1-13-15,0-12 16,-2-13-1,4-12-15,-4-12 16,-6-7 0,-2-1-16,-6 2 15,-6 9 1,-4 11-16,-4 15 16,0 16-1,-4 16 1,-2 12-16,-3 10 15,2 0-15</inkml:trace>
  <inkml:trace contextRef="#ctx0" brushRef="#br0" timeOffset="3765.21">2733 6525 0,'0'0'0,"2"31"15,4 22-15,-2 15 16,0 12 0,1 10-16,-1 11 15,1 9 1,-1 10-16,-2 9 16,-2 7-1,0 4 1,0 2-16,-2 5 15,2 2 1,0 0-16,2 1 16,0-3-1,0-1-15,2-7 16,1-2 0,2-10-16,1-7 31,0-12-31,-1-8 0,2-12 15,1-12 1,2-16-16,2-17 16</inkml:trace>
  <inkml:trace contextRef="#ctx0" brushRef="#br0" timeOffset="7202.33">2634 3378 0,'0'0'0,"0"0"0,16 9 16,15 0 0,11-2-16,12-2 15,10-6 1,17-5-16,13-7 16,13-5-1,15 0 1,12-3-16,7-4 15,9 0 1,6 0-16,7 1 16,-2-1-16,0 2 15,-2 2 1,-3 3-16,-3 0 16,-7 2-1,-11 2 1,-10 5-16,-16 2 15,-14 6-15,-17 4 16,-13 6 0,-12 6-16,-8 5 15,-13 9 1,-11 11 0,-6 7-16,-9 8 15,-5 12 1,-3 9-16,-4 11 15,-3 6 1,-2 6-16,0 4 16,-7 5-1,1-1-15,-2 1 16,-1-6 0,-2-9-16,3-10 15,3-16 1,5-12-16,5-15 15,2-11 1,2-10-16,1-8 16,1-11-16,-4 0 15,-2-6-15,-4-3 16,3-5 0,1-7-16,3-1 15,8-6-15,7-4 16,12-1-1,11-2 1,14 3-16,12 5 16,10 9-16,8 6 15,5 11 1,3 11-16,2 11 16,-5 10-1,-6 5-15,-9 11 16,-14 9-1,-9 8-15,-18 4 16,-17 1 0,-23-2-1,-25-3-15,-29-4 16,-27-9 0,-20-9-16,-11-6 15,-10-12-15,2-8 16,7-10-1,18-8 1,23-7-16,22-11 16,29-9-1,28-4-15,30-5 16,34 2-16,34 7 16,29 12-1,20 13-15,8 19 16,-3 16-1,-17 14-15,-23 8 16,-24 10 0,-29 6-16,-26 6 15,-26 0 1,-28 2-16,-24-4 16,-25-5-1,-22-7 1,-19-11-16,-10-13 15,-6-13-15,5-12 16,16-8 0,27-13-16,28-16 15,30-11 1,30-9 0,37-7-16,26 5 15,32 9 1,21 13-16,14 18 15,5 19 1,-6 16-16,-10 18 16,-16 11-1,-24 12-15,-24 3 16,-27 6 0,-26-1-16,-29-7 15,-23-6 1,-21-10-16,-22-14 15,-18-9 1,-19-13-16,-12-9 16,3-10-1,12-9-15,29-9 16,33-13 0,32-6-16,33-6 15,36-2 1,35 5-16,31 13 15,25 17 1,14 22-16,2 17 16,-11 13-1,-12 13-15,-20 9 16,-23 5 0,-19 7-16,-22 5 15,-22-2 1,-22-1-16,-25-6 15,-20-8 1,-24-10-16,-17-10 16,-16-9-1,-14-12-15,-9-7 16,-5-13 0,8-10-1,22-6-15,27-5 16,31-6-1,26-8-15,33-2 16,35-1 0,36 7-16,28 11 15,17 13 1,5 22 0,1 14-16,-13 16 15,-18 12-15,-18 10 16,-23 7-1,-24 3-15,-20 2 16,-23 0 0,-21-2-16,-23-7 15,-19-12 1,-17-13-16,-11-11 16,-11-14-1,-8-16-15,1-11 16,8-11-1,17-7-15,22-5 16,28-5 0,27-3-1,34 6-15,35 10 16,29 17 0,15 13-16,6 15 15,-2 13 1,-10 12-16,-12 8 15,-18 8 1,-23-1-16,-24 0 16,-27-4-1,-24-3-15,-23-6 16,-11-1 0,-8-1-16,0 3 15,4 2 1,5 5-16,10 4 15,15 2 1,8 2-16,16 1 16,12 6-1,12 0-15,17 3 16,11-4 0,11 3-16,2 0 15,3-3 1,-6-6-16,-6-5 15,-10-8 1,-12-3-16,-9-3 16,-13-5-1,-18-7-15,-15-6 16,-18-3 0,-11-6-16,-11-6 15,-9-3 1,-5-5-16,-6-1 15,-7-1 1,-3-2-16,-2 0 16,-4 1-1,-1-1-15,-1 1 16,-3 1 0,-1 2-16,-1-1 15,-1 2 1,1 0-16,-2 1 15,5 1 1,2 3-16,1-2 16,2 3-1,1-2-15,-1-2 16,3 2 0,3-2-1,5 2-15,5 0 16,1-4-1,8-2-15,2 0 16,5-2 0,8 1-16,3 3 15,5-3-15,-5-1 16,0 2 0,0-3-16,7-10 15,14-2 1</inkml:trace>
  <inkml:trace contextRef="#ctx0" brushRef="#br0" timeOffset="11389.37">11838 2477 0,'0'0'0,"0"0"16,-10-13-16,-5-2 15,-4 1 1,-3 6-16,-10 1 16,-8 4-1,-14 3-15,-13 0 16,-7 0 0,-12-1-16,-11 1 15,-12-1 1,-8 0-16,-10-2 15,-11 4 1,-8-1-16,-9 3 16,-5 1-1,-4-2-15,0 0 16,-2 1 0,1-3-16,2 0 15,2 0 1,4-1-16,6-5 15,8 0 1,11 2 0,10 0-16,14-3 15,14 1-15,13-1 16,16 0 0,12 3-16,13 1 15,8 2 1,12 3-1,3 7-15,4 7 16,4 6 0,4 5-16,3 14 15,6 7 1,0 9-16,1 7 16,-1 10-1,-1 5-15,-3 4 16,-1 3-1,0 0-15,-2-2 16,0-2 0,0-6-16,0-4 15,2-10 1,2-9 0,1-11-16,-1-7 15,-1-10-15,2-6 16,0-6-1,-2-13-15,0 0 16,0 0 0,-2 1-16,-3-8 15,-9-3 1,-12 2-16,-13 3 16,-12 9-1,-15 4-15,-11 9 31,-4 6-31,-2 6 0,6 8 16,9 6 0,5 11-16,11 6 15,10 6 1,9 2-16,13 5 16,12-1-1,12-3-15,17-4 16,23-8-16,20-7 15,22-9 1,15-8-16,9-14 16,7-11-1,-1-14-15,-6-9 16,-12-13 0,-10-7-1,-16-10-15,-17-4 16,-21-3-1,-26 1-15,-28 5 16,-33 15 0,-33 15-16,-28 19 15,-22 15 1,-12 18-16,-2 15 16,11 16-1,16 9-15,18 5 16,26 3-1,23 6-15,22 0 16,27-7 0,27-7-16,33-12 15,26-12 1,21-13-16,11-11 16,6-11-1,-2-13-15,-12-10 16,-12-14-1,-13-8-15,-13-11 16,-16-5 0,-25 4-16,-24 8 15,-28 12 1,-33 12-16,-30 18 16,-17 13-1,-12 18-15,0 11 16,9 11-1,11 7-15,18 3 16,23 2 0,25-3-16,26-5 15,29-8 1,29-10-16,24-10 31,24-11-31,16-9 0,2-8 16,-3-8-1,-10-7-15,-17-6 16,-19-9 0,-20-6-16,-22-4 15,-25-1 1,-26 6 0,-30 15-16,-29 18 15,-23 20 1,-17 17-16,-3 14 15,9 10 1,17 5-16,23 2 16,22 2-1,22-1-15,23-2 16,20-8 0,22-10-16,24-10 15,21-14 1,17-11-16,9-10 15,7-10 1,-1-9-16,-10-5 16,-13-5-1,-14-11 1,-20-2-16,-26-4 16,-24 5-16,-31 10 15,-28 18 1,-31 15-16,-19 17 15,-15 18 1,-1 10-16,7 10 16,17 4-1,22 5-15,21 0 16,22-5 0,20-3-16,29-12 15,21-10 1,22-14-16,17-13 15,14-13 1,7-12-16,5-11 16,1-7-1,-8-6-15,-11-1 16,-14-3 0,-16-2-16,-24 0 15,-27 4 1,-27 7-16,-30 12 15,-23 16 1,-17 18 0,-9 17-16,0 15 15,5 11-15,12 8 16,17 4 0,20-1-16,29-3 15,26-6 1,26-5-16,19-7 15,18-4 1,15-1 0,7 1-16,-5 0 15,-8 2 1,-15 4-16,-17 8 16,-13 5-1,-13 8-15,-12 8 16,-12 5-1,-10 8-15,-6 4 16,-7 0 0,1-2-1,5-10-15,5-8 16,9-6-16,3-13 16,6-10-1,3-9-15,0-10 16,1-10-1,-3-5-15,-4-3 16,1-5 0,0-2-16,3-12 15,0 0 1,0 9-16,10-3 16,4-1-16,7-4 15,9-5 1,16-8-16,15-4 15,16-4 1,17-4-16,15 1 16,15-1-1,9 3 1,8-2-16,6 2 16,6 1-1,5 5 1,2 3-16,-2 0 15,-9 1-15,-12 4 16,-14 4 0,-18 0-16,-20 2 15,-20 0 1,-18 0-16,-13-1 16,-12 2-1,-6 4-15,-7 1 16,-9-5-1,-6 6-15,-11-9 16,-2-13 0,3-3-16</inkml:trace>
  <inkml:trace contextRef="#ctx0" brushRef="#br0" timeOffset="11733.08">10061 8161 0,'0'0'0,"0"0"16,2 27-1,3 23-15,-3 16 16,-1 9-1,1 12 1,2 7-16,3-2 16,2 3-16,5-5 15,5-5 1,-2-8-16,1-13 16,-3-10-1,-2-11-15,-5-13 16,-8-30-16,6 13 15</inkml:trace>
  <inkml:trace contextRef="#ctx0" brushRef="#br0" timeOffset="12264.27">10002 8135 0,'21'-3'0,"23"6"15,12 9 1,13 12-16,12 9 15,8 7 1,8 4-16,2 3 16,-1 0-1,-4-1-15,-7-3 16,-13-6 0,-14 0-16,-15-3 15,-17 0 1,-17 2-16,-20 2 15,-19 2 1,-22 3 0,-16 0-16,-13-1 15,-8-1-15,-7 1 16,-4-2 0,3 1-16,7-1 15,12-3 1,12-3-16,12-3 15,14-2 1,14-11-16,11-8 16</inkml:trace>
  <inkml:trace contextRef="#ctx0" brushRef="#br0" timeOffset="12686.1">11050 8161 0,'0'0'0,"0"0"16,0 35 0,0 23-16,2 17 15,4 7 1,4 8-16,0 1 16,1 2-1,-3 1-15,-1-1 16,-5-4-1,-2-7-15,-3-8 16,-2-12 0,1-13-16,0-12 15,0-8 1,0-9-16,2-9 16,-1-17-16,0-5 15</inkml:trace>
  <inkml:trace contextRef="#ctx0" brushRef="#br0" timeOffset="13076.68">11100 8627 0,'30'-11'0,"22"-6"16,12 4-1,12 6-15,13 3 16,10 4 0,8 3-16,8 0 15,6-3 1,-2 0-16,0-3 15,-6 0 1,-6 0-16,-9-1 16,-11 4-1,-13-1-15,-11-1 16,-7 5 0,-12 0-16,-10 0 15,-12-1 1</inkml:trace>
  <inkml:trace contextRef="#ctx0" brushRef="#br0" timeOffset="13951.58">11678 1975 0,'0'0'0,"11"30"0,4 23 16,4 13-16,8 19 15,5 14 1,1 12-16,-2 11 15,-12 3 1,-13 0-16,-11-11 16,-5-11-1,-2-15-15,-2-15 16,5-16 0,5-16-16,2-16 15,1-15-15</inkml:trace>
  <inkml:trace contextRef="#ctx0" brushRef="#br0" timeOffset="14545.27">11612 1907 0,'4'-16'0,"9"0"15,9 9 1,13 12-16,9 8 15,12 8-15,5 5 16,7 3 0,3 2-1,5 2-15,2-1 16,8-1-16,3 4 16,-1 1-1,-8 5-15,-10-1 16,-18 7-1,-17 4 1,-16 7-16,-19 4 16,-21 3-1,-16 3-15,-15 1 16,-14 2 0,-13 7-16,-12 0 15,-7 1 1,-3 0-16,5-4 15,11-1 1,19-9-16,19-8 16,13-10-1,11-16-15,8-9 16</inkml:trace>
  <inkml:trace contextRef="#ctx0" brushRef="#br0" timeOffset="14998.34">12651 1812 0,'0'0'0,"0"0"16,18 39-1,7 22-15,-1 18 16,-5 12-16,-10 12 15,-9 7 1,-10 7-16,-4-3 16,2-8-1,2-10-15,6-8 16,3-8 0,-1-7-1,-2-10-15,-1-7 16,-3-10-1,-6-17-15,1-11 16</inkml:trace>
  <inkml:trace contextRef="#ctx0" brushRef="#br0" timeOffset="16873.14">12811 2417 0,'19'-11'0,"14"-2"16,10-2-1,8 3-15,3 1 16,5-2 0,4 2-1,5 1-15,4 1 16,1 2 0,3-1-16,0 2 15,2 4-15,-2 4 16,-3 2-1,-8 5-15,-8-2 16,-7 2 0,-5 1-16,-12 4 15,-7 2 1,-4 0-16,-4 3 16,-3 2-1,-1 2-15,-6 8 16,-2 6-1,-4 5 1,-3 6-16,-3 4 16,-2 8-1,2 2-15,-2 10 16,-2 6 0,-1 6-16,-2 4 15,0 2 1,1 4-16,-3 0 15,2 1 1,2-5-16,2-5 16,1-6-1,1-10-15,5-5 16,4-6 0,1-6-16,1-3 15,3-5 1,1-2-1,0-1-15,-1-6 16,3-1 0,-1-5-16,-3-1 15,-2 0 1,3 2-16,-3 2 16,-3-1-1,1 4-15,0 3 16,1 2-1,-5 3-15,0-1 16,0 0 0,0 5-16,2 0 15,1 0 1,3 2-16,-1 3 16,-1 1-1,1 0-15,0 2 16,1 4-1,-3 0 1,-1 0-16,-2 3 16,0 1-16,0 1 15,0 1 1,2 1 0,1 0-16,1 1 15,-2 0 1,0-1-16,0 3 15,-1 5 1,1 0-16,-1 1 16,-3 0-1,-1 0-15,-2 2 16,0 1 0,-1 0-16,2 0 15,-3 0 1,3 1-1,0 0-15,-2 0 16,2-3-16,-3 4 16,5-2-1,-1 0 1,2 0-16,0-3 16,1-2-1,3-4-15,-1-3 16,0-4-1,1 0-15,-1-4 16,0 1 0,1-2-16,1-3 15,1-2 1,1 0-16,3-3 16,-1-5-1,-2-5 1,-3 1-16,1-4 15,-1 1 1,0-6-16,2-4 16,-4-2-1,-1-2-15,0-1 16,-3 2 0,-2-2-16,-2-1 15,-2-3 1,-5-2-16,-2-3 31,-4 0-31,-5-1 0,0 2 16,-7-1-1,-3-1-15,-4-3 16,1 0 0,-5 1-16,-3-3 15,-5-1 1,-2 2-16,-2 1 15,-2-3 1,-3 0-16,-3 0 16,-3 1-1,-3 1-15,-4 1 16,-3-3 0,-3-2-16,-1-2 15,-3 2 1,0-3-1,6-8-15,10-6 16,18-1-16</inkml:trace>
  <inkml:trace contextRef="#ctx0" brushRef="#br0" timeOffset="18982.28">13892 3965 0,'0'0'0,"-1"-13"16,0-5-1,0 1-15,1 6 16,7 4-16,7 3 15,8 0 1,10 0-16,15 0 16,13-1-1,14-3-15,11-3 16,5-4 0,2 0-16,4-1 15,2-1 1,-2 1-16,-5 0 15,-6 2 1,-5 2-16,-12 5 16,-11 4-1,-10 5-15,-6-1 16,-7 3 0,-6 2-16,-4 5 15,-1 5 1,-5 4-1,-4 3-15,-2 8 16,-2 6-16,-3 5 16,-1 4-16,1 4 15,-2 6 1,1 6-16,1 7 16,1 8-1,1 3-15,-1 4 16,0-2-1,0-4-15,-1-9 16,-2-9 0,0-10-16,1-13 15,0-9 1,0-7 0,-3-7-16,-3-14 15,0 0-15,0 8 16,-3-2-1,-7-4-15,-5 0 16,-6 2 0,-6 1-16,-6 7 15,-5 3 1,-4 3-16,-2 3 16,2 2-1,4-2-15,8 3 16,8-4-16,8 0 15,9-2 1,11-1-16,14-4 16,17-3-1,14-1-15,16-3 16,8 0 0,-3 1-16,-3 0 15,-9 2-15,-11 1 16,-15 1-1,-14 4-15,-9 1 16,-11 6 0,-12 3-1,-7 5-15,-6 3 16,-3 2-16,0 4 16,0 6-1,3 3-15,6 5 16,5 2-1,7 0-15,4 5 16,4 3 0,2 6-1,4-4-15,1 5 16,1-2 0,0 1-16,1-6 15,1-2 1,-2-6-16,1-5 15,-2-7 1,-2-4-16,-3-5 16,1-2-1,-1-3-15,-2-1 16,-1-3 0,3-5-16,3-15 15,4-7 1,-1-1-16</inkml:trace>
  <inkml:trace contextRef="#ctx0" brushRef="#br0" timeOffset="19325.99">16298 6628 0,'0'0'0,"0"0"16,-31 5-16,-30 0 15,-21 0 1,-18 2 0,-13 3-16,-9 0 15,-4 3-15,-3 0 16,5 1-1,11 0 1,8-2-16,17-3 16,18-2-1,20 2-15,19-1 16,18 1 0,19-3-16,6-3 15</inkml:trace>
  <inkml:trace contextRef="#ctx0" brushRef="#br0" timeOffset="19591.59">16039 6739 0,'0'0'0,"0"0"0,-6 27 16,-9 14 0,-8 4-16,-6-1 15,-6-1 1,0-4-16,-1-1 16,3-11-1,5-6-15,8-8 31,7-6-31</inkml:trace>
  <inkml:trace contextRef="#ctx0" brushRef="#br0" timeOffset="19825.93">15729 6858 0,'0'0'0,"-18"23"0,-5 17 16,-1 6 0,-4 5-16,1 1 15,1-4-15,0-6 16,4-12 0,7-11-1,5-7-15</inkml:trace>
  <inkml:trace contextRef="#ctx0" brushRef="#br0" timeOffset="20029.04">15393 6902 0,'-19'22'0,"-9"14"16,0 6-1,3 5-15,1 2 16,3 2 0,3-4-16,4-10 15</inkml:trace>
  <inkml:trace contextRef="#ctx0" brushRef="#br0" timeOffset="20247.77">15099 6952 0,'-26'30'0,"-12"22"15,3 7 1,4 4-16,9-16 31</inkml:trace>
  <inkml:trace contextRef="#ctx0" brushRef="#br0" timeOffset="21107.05">10723 1541 0,'0'0'0,"0"0"0,0 0 16,0 0 0,22 30-16,17 16 15,11 3 1,2-2-16,-1-9 16,-7-8-1,-7-3-15,-15-5 16,-8-7-1,-7-5-15</inkml:trace>
  <inkml:trace contextRef="#ctx0" brushRef="#br0" timeOffset="21482.01">10790 1753 0,'-16'-43'0,"-5"-18"15,9 0 1,14 7-16,13 8 16,17 3-1,13 6-15,12 7 16,7 9 0,5 6-16,3 8 15,1 9 1,-5 9-1,-6 11-15,-6 13 16,-13 9-16,-19 9 16,-17 1-1,-16 0 1,-14-6-16,-7-5 16,-5-6-16,-3-4 15,9-12 1,9-7-16</inkml:trace>
  <inkml:trace contextRef="#ctx0" brushRef="#br0" timeOffset="21731.98">11745 1116 0,'0'0'0,"25"11"0,12 16 16,9 12 0,-1 14-1,5 12-15,1 4 16,-3-3-1,-10-16-15</inkml:trace>
  <inkml:trace contextRef="#ctx0" brushRef="#br0" timeOffset="22497.52">10328 7692 0,'-13'-4'0,"-1"-1"15,14 5-15,6 5 16,16 8 0,14 7-1,7 5-15,6 4 16,2 2 0,-1-3-16,-3-1 15,-8 0 1,-11-2-16,-11-3 15,-8-7 1</inkml:trace>
  <inkml:trace contextRef="#ctx0" brushRef="#br0" timeOffset="22841.23">10396 7794 0,'-17'-36'0,"-1"-18"0,12-7 16,20 1-1,17 3-15,17 8 16,14 8 0,10 12-16,4 10 15,2 11 1,-3 14-16,-7 11 15,-11 10 1,-15 7 0,-16 10-16,-15 11 15,-19 6 1,-10 3-16,-12 0 16,-7-4-1,-4 0-15,-2-8 16,9-14-1</inkml:trace>
  <inkml:trace contextRef="#ctx0" brushRef="#br0" timeOffset="23294.31">11150 7436 0,'0'0'0,"-8"-10"16,-3-3-16,5-3 16,6-5-1,10-1-15,10 2 16,8 4-1,2 5-15,1 8 16,-6 6 0,-5 12-16,-7 16 15,-4 9 1,-6 3-16,-1 0 16,2-5-1,5-9 1,6-14-16,12-15 15,13-17 1,11-19-16,12-14 16,12-15-1,7-8-15,-1-9 16,-21 15-16</inkml:trace>
  <inkml:trace contextRef="#ctx0" brushRef="#br0" timeOffset="23997.35">15929 4579 0,'0'0'0,"23"23"15,9 24-15,-4 15 16,-5 16-1,-8 13-15,0 6 16,-3-3 0,0-9-1,1-14-15,-1-16 16,1-9 0,-4-10-16,-3-9 15,-3-14 1,0-14-16,0-5 15,1 0 1</inkml:trace>
  <inkml:trace contextRef="#ctx0" brushRef="#br0" timeOffset="24309.82">16206 4663 0,'0'0'0,"0"0"0,14 23 0,6 18 15,6 17 1,-1 9-16,-1 6 16,-6 1-1,-3-2-15,-1-8 16,0-7-16,-2-8 15,-4-8 1,-1-7 0,-4-9-16,-1-8 15,-2-17 1,0 0-16,0 5 16</inkml:trace>
  <inkml:trace contextRef="#ctx0" brushRef="#br0" timeOffset="24716.02">16692 4724 0,'-23'17'0,"-16"12"15,-10 8 1,0 2-16,2 1 16,6-3-1,8-5-15,6-6 16,7 0 0,9-8-1,7-4-15,7 1 0,7-2 16,10-1-1,11-2 1,11-1-16,14-3 16,6 1-1,1-2-15,-2 0 16,-4-1 0,-2 2-16,-5-3 15,-12 0 1</inkml:trace>
  <inkml:trace contextRef="#ctx0" brushRef="#br0" timeOffset="-39672.08">2565 10363 0,'-1'29'0,"3"29"15,3 20 1,2 22-16,2 19 15,-1 19 1,1 19 0,-1 19-16,0 12 15,3 14 1,0 8-16,4 7 16,2 1-16,0 2 15,3 0 1,-7-4-16,0-2 15,-7-8 1,2-14-16,-1-19 16,0-29-1,-5-29-15,-4-35 16,-6-37 0,0-23-16,2-12 15</inkml:trace>
  <inkml:trace contextRef="#ctx0" brushRef="#br0" timeOffset="-39031.52">2114 11929 0,'45'-16'0,"31"-7"0,22 0 15,13 3 1,14 1 0,13 1-16,16-1 15,12 0 1,12 0-16,10-2 16,13 3-16,15-2 15,10 4 1,10 0-1,7 0-15,3-1 16,2 3-16,1 0 16,1 2-1,0 2 1,-1 1-16,5 1 16,7 2-16,-3 3 15,-7 5 1,-6 3-16,-8 4 15,-11 2 1,-15 4-16,-14 2 16,-18 3-1,-23-1-15,-23-1 16,-26 2 0,-25-8-16,-29-12 15,-23-8 1</inkml:trace>
  <inkml:trace contextRef="#ctx0" brushRef="#br0" timeOffset="-37484.82">2674 11801 0,'0'0'0,"0"0"16,-4-19-16,-3-12 15,5-5 1,2-1-16,7-5 15,0-5 1,5-7-16,5 0 16,2-4-1,7-1 1,5-2-16,2 1 16,7-2-16,4 0 15,7-1 1,2 0-16,3 5 15,4 3 1,4 4-16,1 5 16,3 4-1,1 7-15,0 7 16,-1 6 0,4 7-16,-5 7 15,-1 7 1,0 7-16,1 5 15,-4 6 1,0 7-16,-5 7 16,-1 7-1,2 6-15,-1 6 16,-2 4 0,0 6-16,-3 6 15,0 5 1,-2 2-16,0 8 15,-1 3 1,2 3-16,-1 3 16,2 2-1,-1 1-15,1 0 16,3-2 0,1 2-16,-4-2 15,3 1 1,0-1-16,3-4 15,-3-2 1,2-4-16,1-3 16,3-4-1,0-8-15,-3-3 16,3-8 0,0-5-16,-1-7 15,1-7 1,2-6-16,-2-8 15,2-8 1,-1-9-16,0-7 16,2-7-1,-3-7-15,-1-7 16,2-9 0,0-8-16,-1-7 15,-2-5 1,0-6-16,-2-7 15,-1-7 1,-1-5-16,-5-2 16,-1-4-1,-2-4-15,-5 0 16,-3 1 0,-4 1-16,-5 6 15,-5 1 1,-2 5-16,-5 5 15,-5 5 1,-1 6-16,-6-1 16,-4 14-1</inkml:trace>
  <inkml:trace contextRef="#ctx0" brushRef="#br0" timeOffset="-36828.64">2472 10653 0,'0'0'0,"28"-9"16,14-2-16,2 2 15,4 2 1,-13 4-16,-11 1 16</inkml:trace>
  <inkml:trace contextRef="#ctx0" brushRef="#br0" timeOffset="-36688.03">3035 10568 0,'0'0'0,"0"0"15,0 0 1,27 0-16,19-1 16,-8-1-1</inkml:trace>
  <inkml:trace contextRef="#ctx0" brushRef="#br0" timeOffset="-36516.17">3613 10568 0,'0'0'0,"0"0"15,28-4-15,17 0 16,-6-2-1</inkml:trace>
  <inkml:trace contextRef="#ctx0" brushRef="#br0" timeOffset="-35813.13">3663 10168 0,'-9'-14'0,"-4"-8"15,4-3-15,8 3 16,10-1 0,9 4-16,6 1 31,8 2-31,2 4 0,3 4 15,1 8 1,-1 8-16,-3 7 16,-4 6-1,-9 7-15,-10 3 16,-4 2 0,-8 0-16,-7-3 15,-1-1 1,0-6-16,4-3 15,5-6 1,5-4-16,11-3 16,8 1-1,6-1-15,2 0 16,-2 1 0,-2 2-16,-8-2 15,-10 3 1,-12 3-16,-15 5 15,-7 0 1,-14 0-16,-1 2 16,-6-2-1,1-5-15,6-4 16,10-5 0,8-3-16</inkml:trace>
  <inkml:trace contextRef="#ctx0" brushRef="#br0" timeOffset="-35391.32">4191 10168 0,'-8'16'0,"-1"7"0,1 3 16,7 1-1,5-2-15,9-10 16,8-4 0,5-7-16,6-7 15,-1-8 1,0-2-16,-2-5 15,-3-1 1,-7-2-16,-11-1 16,-6-2-1,-10 1-15,-13 4 16,-6 6 0,-7 8-16,-2 3 15,0 8 1,5 5-16,8 0 15,10-3 1</inkml:trace>
  <inkml:trace contextRef="#ctx0" brushRef="#br0" timeOffset="-34985.09">4485 10057 0,'0'0'0,"6"19"0,4 9 0,3 3 16,5-6 0,10-7-16,9-7 15,5-8 1,4-11-16,1-8 15,-4-3 1,-4-5-16,-8-2 16,-9-2-1,-12 1-15,-13 2 16,-14 3 0,-12 7-16,-9 4 15,-5 8 1,-2 6-16,-1 7 15,8 2 1,10 4-16,8-4 16,10-6-1</inkml:trace>
  <inkml:trace contextRef="#ctx0" brushRef="#br0" timeOffset="-34594.51">4929 9828 0,'25'17'0,"11"13"0,4 4 15,-3 4-15,0 0 16,1-4-1,-2-5-15,-3-8 16,-4-7 0,-3-5-16,-5-8 15,-3-8 1,2-7-16,-1-7 16,-2-11-1,-2-7-15,-4-9 16,-7-3-1,-4-2-15,-4 1 16,-3 5 0,-3 8-16,3 12 15,2 11 1</inkml:trace>
  <inkml:trace contextRef="#ctx0" brushRef="#br0" timeOffset="-34094.57">5004 11258 0,'0'0'0,"-15"21"16,-13 17-1,-7 12-15,-5 7 16,-3 5-1,0 0-15,4-3 16,6-4 0,3-6-16,6-3 15,7-5 1,6-11-16</inkml:trace>
  <inkml:trace contextRef="#ctx0" brushRef="#br0" timeOffset="-33532.13">4209 12329 0,'-1'40'0,"1"15"0,0 1 15,1-6 1,1-7-16,1-13 16,-3-11-16,1-8 15,-1-11 1,-2-1-1,-3-11-15,-4-12 0,1-8 16,2-13 0,1-8-16,1-3 15,-1 4 1,5 10-16,3 13 16,3 11-16,5 10 15,8 13 1,4 9-1,5 7-15,6 2 16,4-1-16,2 0 16,-3-3-1,-1-4-15,-4-3 16,-4-6 0,-2-10-16,-6-9 15,-6-3 1,-3 4-16</inkml:trace>
  <inkml:trace contextRef="#ctx0" brushRef="#br0" timeOffset="-33344.65">4443 12048 0,'-66'41'0,"-28"23"0,-1 8 16,13-1-16,19-4 16,23-6-1,15-16 1,11-16-16</inkml:trace>
  <inkml:trace contextRef="#ctx0" brushRef="#br0" timeOffset="-32766.59">6841 11266 0,'0'0'0,"0"0"0,0 0 15,0 0 1,0 0-16,21 4 16,9 9-16,5 11 15,1 9 1,2 8-1,4 3-15,-1 3 16,3 4 0,-1-2-16,-3-4 15,-4-4-15,-2-2 16,-3-4 0,-4-5-16,-7-9 15,-8-8 1,-3-6-16</inkml:trace>
  <inkml:trace contextRef="#ctx0" brushRef="#br0" timeOffset="-32344.76">7009 11086 0,'-1'-30'0,"6"-11"16,7 4-1,9 9-15,3 11 16,-1 10-1,2 13-15,-6 15 16,-6 9 0,-8 12-16,-9 3 15,-6 1 1,-3-3-16,1-4 16,5-6-1,6-6-15,8-6 16,11-13-1,6-8-15,12-9 16,3-11-16,2-7 16,-9 2-1,-10 8-15</inkml:trace>
  <inkml:trace contextRef="#ctx0" brushRef="#br0" timeOffset="-31954.18">7453 10993 0,'0'0'0,"2"24"0,1 8 15,-3 1-15,0-2 16,-1-10 15,0-6-31,1-15 0,0 0 16,-2 2-16,-1-15 15,3-10 1,5-10-16,0-5 16,4 1-1,-1 8-15,4 11 16,6 11 0,3 8-16,5 13 15,6 7 1,1 3-16,4-3 15,-3 0 1,-2-5-16,-5-5 16,-4-4-1,-3-7-15,-5-8 16,-5 0 0</inkml:trace>
  <inkml:trace contextRef="#ctx0" brushRef="#br0" timeOffset="-31719.83">7696 10824 0,'-21'0'0,"-16"4"15,-6 6 1,-8 6-16,-3 4 15,-1 6 1,1 4-16,3 1 16,14-9-1,12-5-15</inkml:trace>
  <inkml:trace contextRef="#ctx0" brushRef="#br0" timeOffset="-26486.03">6146 2077 0,'0'0'0,"-18"12"16,-10 9-1,-7-2-15,-1-3 16,0-8-1,0-4-15,5-9 16,2-7 0,7-11-16,8-9 15,7-8 1,6-8-16,7-4 31,8 2-31,8 8 0,9 9 16,5 12-1,2 12-15,-1 15 16,-1 18 0,-8 19-16,-7 18 15,-7 16 1,-8 9-16,-9 4 16,-9 0-1,-9-1-15,-10-8 16,-7-6-1,-2-9-15,-6-7 16,2-12 0,1-9-1,1-12-15,7-10 16,6-7-16,10-6 16,10-6-1,9 3-15,6-4 16,10 0-1,8 4-15,3-1 16,11 0 0,8-2-16,5 0 15,0-1 1,2 4 0,-2 3-16,-8 2 15,-2 3-15,-7 0 16,-3-2-1,-3-6-15,-3-7 16,-6-9 0,-8 0-16</inkml:trace>
  <inkml:trace contextRef="#ctx0" brushRef="#br0" timeOffset="-25970.47">6465 2229 0,'0'0'0,"-10"25"15,-5 19 1,5 9-16,3-2 15,7-1 1,6-8-16,6-9 16,7-9-1,2-9-15,5-10 16,4-6 0,0-9-16,1-11 15,-3-5 1,-2-9-16,0-4 15,-8-7 1,-5-3-16,-7-3 16,-7 1-1,-8 6-15,-7 6 16,-1 9-16,-4 9 16,-1 9-1,-3 10-15,-5 11 16,-4 12-1,-4 9-15,1 5 16,2 6 0,9 0-16,9-12 15,7-10 1</inkml:trace>
  <inkml:trace contextRef="#ctx0" brushRef="#br0" timeOffset="-25439.27">7118 1957 0,'0'0'0,"-12"18"0,-3 9 15,3 8 1,5-3-16,1-2 15,5-5 1,5-8-16,2-7 16,6-9-16,6-6 15,2-11 1,2-8-16,2-2 16,-2-1-1,-5-6 1,-9-1-16,-8 0 15,-7 7 1,-8 1-16,-6 12 16,-6 13-1,-6 12-15,-1 13 16,2 9-16,1 2 16,8-9-1</inkml:trace>
  <inkml:trace contextRef="#ctx0" brushRef="#br0" timeOffset="-24986.19">7109 2527 0,'6'26'0,"5"5"0,7-1 16,3-9-1,7-9-15,-1-10 16,3-9 0,-2-7-16,-4-7 15,-6-1 1,-5-3-1,-6-4-15,-7-2 16,-6 1-16,-6 1 16,-8 7-1,-3 8-15,-7 8 16,-5 12 0,-2 9-16,2 6 15,0 4 1,6 0-16,10-2 15,9-5 1,4-15-16,2-6 16</inkml:trace>
  <inkml:trace contextRef="#ctx0" brushRef="#br0" timeOffset="-24564.37">7637 1771 0,'0'0'0,"0"0"0,0 0 0,2 25 16,-1 22-1,-3 9-15,-1 9 16,0 3 0,2 2-16,2-2 15,3-1 1,0-2-16,2-3 15,-3-3-15,0-4 16,0-7 0,-1-8-16,1-8 15,1-4 1,1-6-16,1-8 16,0-6-16</inkml:trace>
  <inkml:trace contextRef="#ctx0" brushRef="#br0" timeOffset="-20377.33">2054 14703 0,'15'13'0,"6"15"16,1 6-16,-3 11 16,-2 9-1,-2 5-15,0 2 16,-2 4 0,-4 1-16,-2-2 15,-5-3-15,-2-5 16,-4-8-1,-8-17-15,-5-19 16,4-10 0,3-4-16</inkml:trace>
  <inkml:trace contextRef="#ctx0" brushRef="#br0" timeOffset="-19955.5">2004 14891 0,'14'-51'0,"10"-19"16,14 4-16,9 14 15,13 17 1,8 16-16,8 17 16,3 17-1,-1 11-15,-3 15 16,-4 15-1,-12 10-15,-9 9 16,-13 5 0,-12 5-16,-17 3 15,-14 0 1,-16-7-16,-13-5 16,-9-11-1,-13-11-15,-10-15 16,-8-14-16,0-13 15,0-13 1,5-13-16,8-13 16,16-19-1,14 6-15,14-10 16</inkml:trace>
  <inkml:trace contextRef="#ctx0" brushRef="#br0" timeOffset="-19018.1">2960 14924 0,'34'47'0,"14"23"16,-4 4-1,-11-6-15,-9-10 16,-9-11 0,-9-12-16,-5-11 15,-2-12-15,-8-10 16,-3-12 0,1-12-16,-4-11 15,4-8 1,3-6-16,8-4 15,6-3 1,10 1-16,13 4 31,14 6-31,12 11 0,13 10 16,7 13 0,3 9-16,-2 12 15,-8 10 1,-8 3-16,-7 7 15,-9 2 1,-11 1-16,-11-4 16,-14-2-1,-11-9-15,-17-8 16,-15-5 0,-14-7-16,-9-4 15,-6-2 1,-1 2-16,5 0 15,12 4 1,11 4-16,10 7 16,16 7-1,9 4-15,13 7 16,15 2-16,10 1 16,10-3-1,7-3-15,0-7 16,-1-7-1,-7-8 1,-8-12-16,-8-10 16,-7-16-16,-6-8 15,-8-6 1,-6 2-16,-6 5 16,-4 7-1,0 11-15,2 9 16,2 15-1,2 12-15,4 11 16,4 10 0,3 8-16,6 5 15,2 0 1,-2-7-16,1-8 16,-2-16-1,-3-19-15,-2-7 16,-3 3-1</inkml:trace>
  <inkml:trace contextRef="#ctx0" brushRef="#br0" timeOffset="-18424.43">3899 14941 0,'0'0'0,"13"18"0,10 16 15,5 12 1,0 7-16,-1-1 16,3-1-1,-1-8 1,-3-8-16,-2-14 16,-7-14-16,-3-12 15,-1-14 1,-4-10-16,-2-10 15,-3-5-15,-2-3 16,0 2 0,-2 4-16,0 11 15,-1 10 1,1 20-16,0 0 16,7 2-16,2 22 15,5 9 1,5 12-16,6 5 15,9 3 1,3 1-16,7-4 16,3-11-1,-7-12-15,-2-13 16,-6-10-16,-4-16 16,-4-17-1,-9-13-15,-4-12 16,-9-10-1,-6-4-15,-9 1 16,-4 5 0,-9 3-1,4 9-15,2 11 16,4 10-16,12 6 16,14 8-1,2 4-15,8-1 16</inkml:trace>
  <inkml:trace contextRef="#ctx0" brushRef="#br0" timeOffset="-17627.63">5818 15282 0,'-15'13'0,"-12"0"0,-10-8 16,-6-7-16,-8-9 16,-8-12-1,-1-10-15,-6-8 16,2-6-1,-5-7-15,1-7 16,5-4 0,2-3-16,10-2 15,11 0 1,13 1-16,10 2 16,12 8-1,14 5-15,12 8 16,14 9-1,9 8-15,4 10 32,6 12-32,-1 13 0,-7 11 15,-4 13 1,-11 8-16,-13 12 16,-18 11-1,-13 10-15,-9 8 16,-9 5-16,-3 4 15,0 2 1,4-2-16,10-2 16,10-7-1,12-9-15,12-13 16,11-11 0,11-13-16,7-15 15,5-16 1,6-17-16,0-14 15,-6-14 1,-3-11-16,-6-12 16,-9-7-1,-11-6-15,-12-1 16,-11 0 0,-6 8-16,-9 6 15,-2 6 1,2 6-16,2 2 15,4 0 1,4 10-16</inkml:trace>
  <inkml:trace contextRef="#ctx0" brushRef="#br0" timeOffset="-16971.45">6036 14566 0,'4'20'0,"6"9"16,8 6 0,7 0-16,4-2 15,8-4 1,3-6-16,8-9 15,5-11 1,-3-11-16,1-9 16,-1-12-1,-7-8-15,-6-9 16,-6-11 0,-9-6-16,-7-6 15,-10-4 1,-11-3-16,-11 0 15,-11 4 1,-10 8-16,-7 7 16,-3 9-1,1 13-15,0 13 16,4 15 0,5 16-16,7 15 15,3 14 1,8 22-16,10 11 15,6 14 1,7 13-16,9 7 16,9 8-16,2 3 15,3 1 1,0 2-16,-1-4 16,1-3-1,-7-9-15,-3-12 16,3-19-1,-2-23 1,-1-24-16,1-25 16,-2-9-1</inkml:trace>
  <inkml:trace contextRef="#ctx0" brushRef="#br0" timeOffset="-16768.35">6607 15170 0,'-65'-9'0,"-27"-2"15,0 5 1,15 3 0,17 5-16,16 6 15,18-2-15,16-8 16,20-11-1,2 0-15</inkml:trace>
  <inkml:trace contextRef="#ctx0" brushRef="#br0" timeOffset="-16565.25">6782 15170 0,'-1'18'0,"-2"6"0,-2-3 16,-3-6-1,-6-14-15,-2-20 16,2-20-16,5 2 16</inkml:trace>
  <inkml:trace contextRef="#ctx0" brushRef="#br0" timeOffset="-16393.39">6682 14805 0,'0'0'0,"0"0"0,0 0 16,0 0-16,0 0 15,11-12 1,3-3-16,-3 3 15</inkml:trace>
  <inkml:trace contextRef="#ctx0" brushRef="#br0" timeOffset="-15362.25">6900 14924 0,'9'43'0,"5"16"15,-3-4-15,-4-12 16,-1-14-1,-4-12-15,-2-17 16,0 0-16,3-3 0,2-13 16,2-8-1,3-2-15,-2 3 16,0 6 0,1 7-16,3 6 15,0 5-15,5 7 16,4 4-1,6 2-15,7 2 16,7 0 0,6-2-16,3-1 15,-1-6 1,-1-5 0,-8-7-16,-6-11 15,-8-7-15,-8-9 16,-12-10-1,-11-4-15,-11 1 16,-11 2 0,-9 8-16,-6 11 15,-1 12 1,5 10-16,2 10 16,5 13-1,7 9-15,8 9 16,7 7-1,8 4-15,8 3 16,5 0 0,11-6-16,2-6 15,5-8 1,7-11-16,0-10 16,0-12-1,2-13-15,3-13 16,-4-13-1,-3-9-15,-7-12 16,-3-8 0,-7-4-16,-4-3 15,-4-5-15,-5 1 16,-5-2 0,-3-1-16,-4 2 15,-2 6 1,-4 5-16,-3 5 15,-2 6 1,5 7-16,0 6 16,4 15-1,4 10-15,2 10 16,3 10 0,2 10-16,3 18 15,3 11 1,4 13-16,1 11 15,5 9 1,-1 8 0,3 7-16,4 6 15,1 0-15,-2 1 16,2 0 0,3-1-16,-3-2 15,-1-7 1,-2-11-16,-2-17 15,-1-23 1,-6-15-16</inkml:trace>
  <inkml:trace contextRef="#ctx0" brushRef="#br0" timeOffset="-14737.32">8652 14345 0,'0'0'0,"0"0"16,0 0-16,2 36 16,4 23-1,9 16 1,6 4-16,4 8 15,6 0 1,6 0-16,2-5 16,1-6-16,1-11 15,0-14 1,-8-13-16,-5-17 16,-8-15-1,-2-20-15,-3-13 16,-2-17-1,-4-13-15,-4-9 16,-2-9 0,-3-4-16,-3-4 15,-1 1-15,-4 6 16,1 7 0,-4 6-16,1 10 15,3 13 1,-3 11-1,3 3-15,6 3 16,2 6-16</inkml:trace>
  <inkml:trace contextRef="#ctx0" brushRef="#br0" timeOffset="-14284.25">9331 14746 0,'-1'56'0,"3"19"15,3-2-15,3-12 16,2-15 0,5-15-16,4-15 15,3-14 1,1-9-16,3-8 15,-1-7-15,-4-6 16,-3-5 0,-6-6-16,-7 0 15,-6-2 1,-11 1-16,-8 2 16,-8 5-1,-6 6-15,-6 6 16,-1 6-1,0 8-15,3 8 16,4 6 0,7 6-16,5 1 15,11 1 1,14-5-16,8-8 16,1-3-16,-2 0 15</inkml:trace>
  <inkml:trace contextRef="#ctx0" brushRef="#br0" timeOffset="-13456.21">9658 14796 0,'22'36'0,"8"12"15,2-5-15,-7-12 16,-3-10 0,-7-12-16,0-13 15,-1-14 1,-2-12-16,-3-14 16,-3-2-1,-4 2-15,-3 3 16,-2 9-1,1 9-15,1 9 16,1 14 0,-1 2-16,1 14 15,2 12 1,3 10-16,5 5 16,8 7-1,6-2-15,6 4 16,5-6-1,4-6 1,3-11-16,-4-12 16,-1-14-16,-2-17 15,0-15 1,-5-18-16,-6-16 16,-4-15-1,-8-9-15,-9-11 16,-5-4-1,-8-1-15,-6 2 16,-1 9 0,-2 7-16,1 9 15,-1 15 1,1 12-16,7 17 16,4 16-1,7 16-15,-4 6 16,3 19-1,6 21-15,5 12 16,6 13 0,8 11-16,4 6 15,6 3 1,3 6-16,0 4 16,0-2-1,-1-4-15,-2-9 31,-4-9-31,-4-15 0,-7-18 16,-6-24 0,-3-25-16,-2-6 15</inkml:trace>
  <inkml:trace contextRef="#ctx0" brushRef="#br0" timeOffset="-13174.99">10597 14380 0,'-54'-16'0,"-28"-3"0,-9 6 15,1 9 1,8 7-16,8 7 16,8 7-1,8 4-15,6 0 16,11-5 0,11-5-16</inkml:trace>
  <inkml:trace contextRef="#ctx0" brushRef="#br0" timeOffset="-10784.63">4653 16668 0,'-57'4'0,"-29"-3"0,-8-7 16,3-9-1,10-8-15,8-8 16,9-8-16,14-4 16,9-5-1,11-4-15,9-4 32,15-2-32,12 0 0,13 0 15,7 5 1,9 6-16,6 6 15,-1 8 1,-3 11-16,1 12 16,-3 6-1,-3 13-15,-2 9 16,-5 9-16,-5 12 16,-6 10-1,-8 8-15,-8 4 16,-11 7-1,-5 3-15,-7-1 16,-11 0 0,-6-2-16,-2-6 15,-2-3 1,1-4-16,6-3 16,9-8-1,10-8-15,8-8 16,11-10-1,10-4-15,14-9 16,12-7 0,8-9-16,11-9 15,5-8 1,3-6-16,0-9 16,-2-6-16,-4-9 15,-10-6 1,-9-6-16,-11-2 15,-9 0 1,-10 0-16,-7 5 16,-8 6-1,-4 5-15,-1 9 16,4 4 0,6 0-16,3 8 15,7 0 1</inkml:trace>
  <inkml:trace contextRef="#ctx0" brushRef="#br0" timeOffset="-10519.04">5022 15817 0,'16'43'0,"6"26"0,0 13 16,0 3 0,-2 2-16,0-1 15,-1-4 1,0-7 0,-1-12-16,0-16 15,-3-18-15,-5-11 16</inkml:trace>
  <inkml:trace contextRef="#ctx0" brushRef="#br0" timeOffset="-10300.31">5501 16676 0,'-50'5'0,"-20"-2"15,-6-1 1,3-5-16,7-5 16,6-5-1,6-10-15,12-14 16,14-11 0,12 6-16</inkml:trace>
  <inkml:trace contextRef="#ctx0" brushRef="#br0" timeOffset="-10019.09">5382 15808 0,'-28'-4'0,"-21"0"16,-10 4-1,-7 6-15,-2 7 16,-1 7-16,3 3 16,4 5-1,10 6 1,11 4-16,15-5 16,22-8-1,10-11-15,13-7 16</inkml:trace>
  <inkml:trace contextRef="#ctx0" brushRef="#br0" timeOffset="-9534.77">5718 16327 0,'-21'36'0,"-5"17"0,7-1 16,5-1-1,12-5-15,8-3 16,14-4 0,12-5-16,8-9 15,7-7-15,-3-8 16,3-8-1,-6-6-15,-6-10 16,-5-8 0,-6-6-16,-11-7 15,-8-7 1,-7-1-16,-9-1 16,-12-1-1,-8 4-15,-9 5 16,-8 9-16,-2 8 15,-2 9 1,4 10-16,0 12 16,10 6-1,9 3-15,13 1 16,12-5 0,4-6-16,8-9 15</inkml:trace>
  <inkml:trace contextRef="#ctx0" brushRef="#br0" timeOffset="-8722.36">6028 16728 0,'9'28'0,"7"6"16,-2-7-16,5-14 16,-2-14-1,2-17-15,-1-15 16,1-8 0,-4-5-16,-1-2 15,-6 0 1,-1 5-16,-1 9 15,-4 7-15,-1 9 16,-1 18 0,0 0-16,2 0 15,4 14-15,-2 10 16,4 6 0,5 5-16,1 4 15,3 0 1,7-2-16,-2-2 15,6-8 1,4-8-16,1-10 16,-1-12-1,1-10-15,-2-14 16,1-14-16,2-13 16,-4-13-1,-6-11-15,-6-5 16,-5-6-1,-4-1-15,-6-2 16,-6 5 0,-6 8-16,-1 8 15,-2 11 1,-1 13-16,0 13 16,1 15-16,2 15 15,1 12 1,3 16-16,1 16 15,6 14 1,6 17-16,5 9 16,8 9-1,4 4-15,9 5 16,3 0 0,1-2-16,-3-10 15,-5-15 1,-4-16-16,-8-20 15,-2-24 1,-6-20-16,-3-6 16,-3 2-16</inkml:trace>
  <inkml:trace contextRef="#ctx0" brushRef="#br0" timeOffset="-8488.01">6984 16106 0,'-26'-11'0,"-17"-4"0,-17 3 16,-12 7-1,-7 8-15,-10 5 16,-13 5-1,-2-5-15,7 5 16,25-1-16</inkml:trace>
  <inkml:trace contextRef="#ctx0" brushRef="#br1" timeOffset="-4035.38">17346 3277 0,'0'0'0,"0"0"0,0 0 16,2 29 0,-1 19-16,-3 5 15,-2 5 1,0 3-16,1 7 15,-1 5-15,-3 9 16,-2 6 0,0 7-16,-2 11 15,0 12 1,1 10-16,6 12 16,4 7-1,2 6 1,3 5-16,-1 2 15,-1 3 1,-3-2-16,1-2 16,0 0-1,-2-4-15,-2-5 16,-1-5 0,0-6-16,-2-10 15,2-13 1,-3-15-16,1-14 15,2-17 1,0-13-16,0-16 16,1-12-1,-1-10-15,-2-10 16,-3-8 0,-2-6-16,-3-9 15,0-9 1,-2-7-16,-1-9 15,4 0 1,1 2-16,2 4 16,2 12-1,5 11-15,5 14 16,3 15 0,7 11-16,6 15 31,7 7-31,2 5 0,3-5 15,2-10 1,0-10-16,3-21 16,2-20-1,1-26-15,-2-32 16,1-32 0,-6-16-16,-9 19 15</inkml:trace>
  <inkml:trace contextRef="#ctx0" brushRef="#br1" timeOffset="-3238.59">17313 3259 0,'0'0'0,"-8"19"16,-7 16-16,1 12 15,-3 5 1,2 2 0,-1-4-16,2-6 15,4-13 1,3-11-16,7-20 16,0 0-16,-4-5 15,4-21 1,3-13-1,3-13-15,-1-4 16,0-2 0,2 7-16,7 11 15,1 11 1,5 9-16,11 13 16,6 10-16,9 11 15,4 5 1,3 7-1,-3 0-15,-10-8 16,-15-5-16</inkml:trace>
  <inkml:trace contextRef="#ctx0" brushRef="#br1" timeOffset="-2691.77">16718 3037 0,'24'24'0,"16"10"16,4 2 0,3-6-16,-4-9 31,0-9-31,-8-11 0,-6-8 15,-3-3-15,-6-4 16,-4-2 0,-5-7-16,-8-5 15,-4-3 1,-5-4-16,-6-2 16,-6-4-1,-6 0-15,-6-1 16,-6 0-1,-2 3-15,-2 5 16,6 8 0,11 10-16,7 6 15,8 5 1,4 1-16</inkml:trace>
  <inkml:trace contextRef="#ctx0" brushRef="#br1" timeOffset="-2254.34">17112 2766 0,'0'0'0,"0"0"0,18 18 15,12 5 1,3-2-16,4-11 15,0-7 1,-2-10-16,-6-7 16,-4-6-1,-4-6-15,-3-1 16,-6 0 0,-6 2-16,-9-2 15,-10 3 1,-8 3-16,-8 7 15,-3 4 1,-5 9-16,0 8 16,3 7-1,5 8-15,5 3 16,4 7 0,11 3-16,9 2 15,7-8 1,2-9-16,-3-9 15</inkml:trace>
  <inkml:trace contextRef="#ctx0" brushRef="#br1" timeOffset="-1566.9">17489 2587 0,'0'0'0,"0"0"16,0 0-16,0 0 16,18-2-1,8-4-15,-2-7 16,-6-8 0,-7-5-16,-9-5 15,-5-2 1,-6 4-16,-1 9 15,3 7 1,7 13-16,1 0 16,8 8-1,6 3-15,7-4 16,5-5 0,-2-4-16,0-8 15,-3-3-15,-2-5 16,-6-4-1,-5-5 1,-9-6-16,-11-6 16,-9-2-1,-11-5-15,-8 4 16,-9-1 0,-6 4-1,-3 7-15,3 7 16,8 9-16,11 5 15,15 9-15,7 5 16,10 8 0,12 7-16,10 3 15,13 4-15,14 1 16,13 5 0,8-1-1,6-4-15,-3-6 16,-3-4-1,-11-4-15,-8-4 16,-10-1-16,-11-5 16,-9-2-1,-8-5-15,-6-5 16,-3-2-16</inkml:trace>
  <inkml:trace contextRef="#ctx0" brushRef="#br1" timeOffset="-1395.04">17598 1975 0,'-25'21'0,"-12"17"15,-1 9-15,4 5 16,7-12-1,11-10-15</inkml:trace>
  <inkml:trace contextRef="#ctx0" brushRef="#br1" timeOffset="5994.77">15099 4145 0,'0'0'0,"0"0"16,0 0-16,6 22 15,7 15 1,7 4-16,4 0 16,4-1-1,4-2-15,0-5 16,2-1-1,-5-5-15,-2-6 16,-2-2 0,-6-4-16,-5-2 15,-3-3 1,-11-10-16,9 4 16,-9-4-1,0 0-15,0 0 16,7-4-16,-4-9 15,1-4 1,-1-9 0,4-3-1,2-6-15,3-9 16,4-6-16,5-3 16,6-6-1,6-7-15,5 0 16,4-1-1,3 2-15,-9 17 16</inkml:trace>
  <inkml:trace contextRef="#ctx0" brushRef="#br1" timeOffset="6557.21">14840 3080 0,'0'0'0,"18"9"0,13 5 15,13 4 1,5 0-16,3 0 15,0 0 1,-2-2-16,-4-1 16,-3 0-1,-2-4-15,-4-4 16,-10-4 0</inkml:trace>
  <inkml:trace contextRef="#ctx0" brushRef="#br1" timeOffset="6760.31">15460 3141 0,'-13'25'0,"-10"20"16,-5 10-16,2 3 15,-3-4 1,4-7-16,3-13 15,2-12 1,8-10-16,4-3 16</inkml:trace>
  <inkml:trace contextRef="#ctx0" brushRef="#br1" timeOffset="7025.91">14940 2919 0,'-31'33'0,"-13"22"0,4 7 16,12 0-1,15-5-15,10-6 16,12-14 0,3-14-16,-3-9 15</inkml:trace>
  <inkml:trace contextRef="#ctx0" brushRef="#br1" timeOffset="7510.23">15191 2875 0,'0'0'0,"15"19"16,5 3-1,6-2 1,4-6-16,-2-7 16,-2-5-16,0-5 15,-4-5 1,-5-5-16,-3-4 16,-5-3-1,-5-5-15,-4 1 16,-5-2-1,-5-1-15,-6 5 16,-9 5 0,-5 8-16,-3 11 15,-4 11 1,0 11-16,2 5 16,8 10-1,8-2-15,9 2 16,9-6-1,3-8-15,1-9 16</inkml:trace>
  <inkml:trace contextRef="#ctx0" brushRef="#br1" timeOffset="8322.64">15485 2672 0,'13'9'0,"9"3"16,1 0 0,-2-6-16,1-3 15,-3-5 1,-4-5-16,-3-9 15,-6-1 1,-6-6-16,-5-3 16,-6-3-1,-4 0-15,-1 1 16,0 7-16,4 5 16,6 7-1,6 9-15,5-2 16,8 5-16,6 5 15,3 1 1,3-2-16,1-2 16,-3-2-1,1-6-15,0-1 16,-3-4 0,-1-5-16,0-5 15,0-4 1,-4-2-16,0-7 15,-8-1 1,-12-6-16,-11-1 16,-8 4-1,-11 3 1,-10-2-16,-11 0 16,-4-2-16,-3-1 15,4 2 1,5 6-16,5 4 15,11 7 1,8 6-16,14 7 16,15 5-16,0 0 15,5 4 1,15 12-16,12 5 16,8 7-1,6 1-15,4-3 16,3 0-16,3-6 15,2-6 1,-4-6-16,-6-1 16,-10-2-1,-6 0-15,-4-1 16,-9-6 0,-6 0-1</inkml:trace>
  <inkml:trace contextRef="#ctx0" brushRef="#br1" timeOffset="8603.84">15670 1898 0,'-24'16'0,"-10"11"16,-3 16-16,0 11 16,-1 10-1,3 12-15,2 1 16,7-16-1</inkml:trace>
  <inkml:trace contextRef="#ctx0" brushRef="#br1" timeOffset="10962.97">18470 604 0,'0'0'0,"0"0"16,0 0-16,0 0 16,-10 13-1,-3 5-15,1 5 16,1 0 0,3 5-1,1-2-15,2-1 16,1 2-1,4 5-15,-1 1 16,0 3-16,2 3 16,-1 2-1,-3 2-15,0 4 16,1-2 0,2 2-16,0-1 15,1 4 1,1 5-1,-3 2-15,0 2 16,-2 2 0,0 4-16,0 0 15,2 3 1,0 0-16,3 1 16,0 3-1,1 3-15,-2 9 16,-1 6-1,-4 7-15,-5 4 16,-4 2 0,2-1-16,1 2 15,5-2 1,4 0 0,3 3-16,1 6 15,-1 2 1,-2 7-16,-4 6 31,0 3-31,0 3 0,-2 0 16,2 2-1,0-1-15,4 1 16,1 1 0,-1 7-16,-5 5 15,-3 0 1,-2 1-16,1-2 15,2-4 1,2 0-16,3-1 16,0 0-16,0-1 15,0 4 1,2-1-16,2 2 16,-3 4-1,1-3-15,1 2 16,1 4-16,4 2 15,-1 0 1,-2 7-16,-1 5 16,-2 5-1,4 3-15,1 4 16,0 3 0,-4 4-16,-1 1 31,3 0-31,-2 5 15,5-2-15,-2 2 16,1-1 0,-3 5-16,-4 2 15,-2 2 1,1-2-16,0 0 16,3 2-1,-4 2-15,1 0 16,0-2-1,2 1-15,-2 7 16,-2 6 0,-1-4-16,2 0 15,2-1 1,-5-7-16,0-2 16,4-2-16,2-3 15,1 5 1,0-3-16,0 1 15,-5 3 1,-1-1-16,2-1 16,3 0-16,2-3 15,-2-4 1,0 0-16,1 0 16,4 1-1,1-1-15,0-3 16,1 3-16,0-3 15,5-1 1,1-4-16,-4-8 16,4-5-1,0-5-15,0-3 16,5-2-16,4-3 16,-1-2-1,1 0-15,2-4 16,3-7-1,-2-9-15,4-11 16,-1-12 0,0-11-16,-2-11 15,4-3 1,2-47-16,-4-40 16,0 0-1,-6 0-15</inkml:trace>
  <inkml:trace contextRef="#ctx0" brushRef="#br1" timeOffset="20430.68">11594 9768 0,'-18'6'0,"-7"6"16,1 5-1,10 8-15,6 9 16,3 9 0,3 14-1,3 12-15,1 15 16,-2 14-16,-1 12 15,0 18 1,0 14-16,-2 14 16,-3 14-1,-6 15-15,1 12 16,-2 17 0,-2 15-16,6 10 15,2 14 1,2 16-1,2 12-15,2 5 16,1 7-16,5 10 16,4 1-1,4 2-15,4-1 16,0-4 0,-2-5-16,5-7 15,1-7 1,2-8-16,0-3 15,2-1 1,3-1-16,1-6 16,3-5-1,-1-3-15,3-11 16,1-12 0,2-13-16,3-15 15,4-19 1,-7-24-16,-6-22 15,-6-85-15,-11-54 16,-11 0 0,-12 0-1,-16 0-15,-1 0 16</inkml:trace>
  <inkml:trace contextRef="#ctx0" brushRef="#br1" timeOffset="21680.54">11620 9803 0,'0'0'0,"0"0"16,-8-7-16,-3 1 15,4 2-15,7 4 16,5-4 0,8-2-16,7-1 15,7-1 1,6 0-1,3 2-15,5-1 16,7 0 0,5 2-16,7-1 15,10 2 1,5-3-16,9 3 16,9 0-1,5-2-15,8-2 16,9-1-1,7 0-15,9-3 16,7 2 0,2-2-16,7 3 31,7-5-31,6 0 0,4 1 16,4 0-1,5-1-15,2-1 16,3 1-1,0 0-15,3 0 16,2-2 0,3 0-16,-7 1 15,1 3 1,-5 0-16,-1 2 16,-7-1-1,-4 1-15,-4-1 16,-3 1-1,-2 2-15,-4 1 16,-6 1 0,-3 1-16,-7-3 15,-6 4 1,-3 0-16,-8-5 16,-3 5-1,-4 0-15,-4 1 16,-6 0-1,-6 2-15,0 1 16,-6 5 0,-4-3-1,-3 27-15,-19 6 16</inkml:trace>
  <inkml:trace contextRef="#ctx0" brushRef="#br1" timeOffset="35632.11">8434 3779 0,'0'0'0,"0"0"16,0 0-16,0 0 15,22 14 1,16 10-16,4 3 15,6 2 1,0-4-16,-1-7 16,-4-6-1,-6-6-15,-5-6 16,-7-7 0,-3-2-16,-2-2 15,-8-3-15,-6-7 16,-7-7-1,-5-6-15,-8-7 16,-7-4 0,-5-2-16,-6 3 15,-4 5 1,1 8-16,-2 4 16,6 9-1,5 6-15,5 9 16,9 6-1,4 0-15,8-3 16,-4 2-16</inkml:trace>
  <inkml:trace contextRef="#ctx0" brushRef="#br1" timeOffset="36038.34">8819 3234 0,'-9'15'0,"-4"9"16,3 1-16,10 1 15,8-3 1,7-6-16,9-8 15,6-8 1,2-4-16,0 1 16,-2-1-16,-4 3 15,-5 5 1,-5 3-16,-5 4 16,-3 5-1,-6 6-15,-8 1 16,-3 2-1,-2-1-15,-1-2 16,3-2 0,9-21-16,-2 3 15,3-7 1</inkml:trace>
  <inkml:trace contextRef="#ctx0" brushRef="#br1" timeOffset="36491.41">9072 3250 0,'0'0'0,"0"0"15,0 0-15,0 0 16,15-9-1,6-9-15,-1-3 16,-4 1 0,-8-2-16,-5 4 15,-9 1 1,-6 5-16,-7 5 16,0 5-16,1 9 15,2 7 1,3 8-1,4 2-15,8 7 16,6 2 0,6-2-16,7-3 15,1-2 1,3-11-16,5-6 16,1-12-1,4-8-15,6-12 16,-2-7-16,-7 2 15,-10 9 1</inkml:trace>
  <inkml:trace contextRef="#ctx0" brushRef="#br1" timeOffset="36788.25">9348 2748 0,'-16'14'0,"-5"8"16,6 6-16,5 9 15,3 6 1,6 3-16,7 2 31,9-8-31,3-9 0,6-9 16,7-13-1,4-9-15,4-11 16,2-9 0,5-6-16,-3-5 15,-9 4 1,-12 9-16</inkml:trace>
  <inkml:trace contextRef="#ctx0" brushRef="#br1" timeOffset="36991.36">9675 2663 0,'12'18'0,"8"10"16,8 6-1,5 3-15,0 0 16,3 3-16,-8-9 15</inkml:trace>
  <inkml:trace contextRef="#ctx0" brushRef="#br1" timeOffset="38131.86">8250 8398 0,'0'0'0,"0"0"15,0 0-15,0 0 16,28-4-1,16-2-15,8-2 16,2-1 0,1-3-1,-5-1 1,-5-1-16,-12 4 0,-11 4 16,-8 0-1,-11 0-15,-9-4 16,-7-2-1,-7-3-15,-9-5 16,-8 0 0,-5 1-16,-4 3 15,-1 2 1,4 1-16,5 6 16,8 5-1,11-1-15,6-1 16,13 4-1,0 0-15,-4-3 16</inkml:trace>
  <inkml:trace contextRef="#ctx0" brushRef="#br1" timeOffset="38506.82">8468 7854 0,'0'0'0,"-4"24"16,4 7-16,6 3 15,5-6 1,4-7-16,2-8 15,7-8 1,2-9-16,1-6 16,1-3-1,-5 1-15,-4 5 16,-3 6 0,-5 7-16,-1 9 15,-6 7 1,-6 5-16,-1 1 15,0 1-15,1-8 16,1-6 0</inkml:trace>
  <inkml:trace contextRef="#ctx0" brushRef="#br1" timeOffset="38944.25">8685 7803 0,'0'0'0,"0"0"16,0 0 0,0 0-16,0 0 15,9-18 1,-1-11-1,-5 0-15,-4 2 16,-7 5 0,-5 7-16,-3 8 31,1 8-31,1 7 0,2 8 16,3 7-16,4 5 15,8 1 1,6 3-1,7-1-15,5-5 16,8-8 0,1-8-16,2-11 15,2-12-15,0-9 16,-3-7 0,-9 4-1</inkml:trace>
  <inkml:trace contextRef="#ctx0" brushRef="#br1" timeOffset="39272.36">8770 7308 0,'-11'19'0,"2"10"16,7 8-16,7 5 16,8 0-1,3-4-15,2-8 16,3-10 0,4-8-16,0-9 15,0-9 1,3-10-16,-1-10 15,0-10 1,-2-8-16,-5-4 16,-7 9-1</inkml:trace>
  <inkml:trace contextRef="#ctx0" brushRef="#br1" timeOffset="39741.06">9013 7131 0,'-19'-6'0,"-5"-3"0,6-7 16,7-2-1,7-1-15,7 3 16,6-1 0,1 4-16,2 3 15,2 9 1,-1 7-16,0 7 16,-3 10-16,-1 9 15,-3 8 1,0 3-1,-1-5-15,-2-6 16,2-11 0,0-8-16,2-11 15,5-13-15,3-13 16,6-13 0,5-9-1,7-6-15,-5 10 16,-8 13-1</inkml:trace>
  <inkml:trace contextRef="#ctx0" brushRef="#br1" timeOffset="57161.04">11963 10270 0,'-4'-13'0,"0"-6"16,3-1-1,5-1-15,7 5 16,7-1 0,6-1-16,7 3 15,6 3 1,4 7-16,4 2 16,5 7-1,-4 5-15,-5 7 16,-7 7-1,-8 6-15,-12 8 16,-15 6 0,-16 2-16,-12-1 15,-11-1 1,-5-5 0,2-6-16,9-3 15,5-6 1,6-6-16,11-2 15,9-4-15,11-1 16,12-2 0,15 3-1,11 1-15,9 6 16,5 3 0,2 4-16,-2 8 15,-4 5-15,-9 3 16,-12 3-1,-17 2 1,-16 6-16,-20 0 16,-21 0-16,-16-5 31,-15-4-31,-6-8 0,-5-7 16,3-9-1,5-13 1,10-9-16,14-13 15,13-14 1,17-12-16,19-10 16,7 9-1,31-28-15,5 4 16</inkml:trace>
  <inkml:trace contextRef="#ctx0" brushRef="#br1" timeOffset="57676.61">12802 10543 0,'0'0'0,"2"28"16,7 15-1,1 4-15,6-2 16,8-5 0,8-8-16,8-5 15,10-8 1,2-9-16,1-8 16,1-8-1,-4-7-15,-4-4 16,-5-7-1,-9-5-15,-6-6 16,-10-3 0,-8-1-1,-9-4-15,-12-2 16,-9 2 0,-10 3-16,-11 5 15,-4 7 1,-7 9-16,-3 12 15,1 7 1,2 7-16,5 9 16,10 9-1,10 6-15,15 4 16,9-6 0</inkml:trace>
  <inkml:trace contextRef="#ctx0" brushRef="#br1" timeOffset="58317.16">13699 10380 0,'-8'18'0,"-6"16"0,2 9 16,-1 8 0,7 8-16,7-3 15,8-4 1,8-5-16,8-11 16,9-7-1,3-10 1,6-9-16,3-11 15,-1-10 1,2-6-16,-2-10 16,-1-9-1,-5-7-15,-7-5 16,-8-1 0,-12 1-16,-11 2 15,-12 2 1,-13 6-16,-8 9 15,-6 7 1,-4 8-16,1 9 16,3 13-1,7 11-15,8-1 16,9-4 0</inkml:trace>
  <inkml:trace contextRef="#ctx0" brushRef="#br1" timeOffset="59067.08">15032 10313 0,'-11'62'0,"-12"29"0,-8 4 16,0-10 0,6-15-1,5-19-15,6-14 16,4-13-1,5-9-15,5-15 16,-7-1-16,4-15 16,-1-17-1,1-11 1,1-11-16,5-7 16,1 3-1,1 4-15,-1 15 16,3 15-1,4 15-15,8 15 16,2 11 0,4 12-16,5 5 15,8-1 1,3-4-16,1-3 16,3-7-1,-4-6-15,-1-7 16,-5-5-1,-6-4-15,-10-4 16,-8-5 0,-6-3-16,-11-1 15,-9 2-15,-12 3 32,-11 3-32,-14 8 0,-6 2 15,-5 5 1,-6 2-16,-3 4 15,3 1 1,2 0-16,7 2 16,8-4-1,13-1-15,10-4 16,14-4 0,7-2-16</inkml:trace>
  <inkml:trace contextRef="#ctx0" brushRef="#br1" timeOffset="60254.45">16248 9607 0,'0'0'0,"0"0"15,0 0-15,0 0 16,0 0 0,-1 35-16,-3 19 15,2 7 1,5 3-16,5-3 15,1-5 1,5-6-16,1-2 16,-1-3-1,-2-8 1,-2-5-16,-4-7 16,-1-4-16,-2-6 15,-2-3 1,-1-12-16,0 0 15,0-2 1,0-2-16</inkml:trace>
  <inkml:trace contextRef="#ctx0" brushRef="#br1" timeOffset="60723.15">17422 10133 0,'0'0'0,"-29"14"0,-25 6 16,-18-1-1,-15-1-15,-13 1 16,-12 0 0,-13-3-1,-9 4-15,-11 1 16,-6 0-1,1 4-15,2 2 16,8-2 0,13-3-16,17-4 15,20-1 1,24-7-16,22-2 16,21-5-1,12-2-15,5-1 16</inkml:trace>
  <inkml:trace contextRef="#ctx0" brushRef="#br1" timeOffset="61457.44">16257 10721 0,'-27'4'0,"-12"1"16,-4-2 0,4-2-16,1-7 15,6-4 1,6-6-16,9-6 15,8-8 1,11-8-16,9-1 16,7 2-16,7 6 15,5 8 1,5 12 0,2 11-16,1 11 15,-3 8 1,-5 13-16,-6 10 15,-6 7 1,-9 7-16,-9 4 16,-11 4-1,-8 1-15,-4 2 16,-6-4 0,-6-8-16,-3-7 15,0-5 1,0-7-16,4-9 31,4-9-31,8-5 0,6-7 16,7-5-1,5-4-15,7-3 16,10-5-16,7-3 16,8-1-1,7 1-15,6 4 16,4 3-1,3 3 1,-2 1-16,1 4 16,-2 1-16,-1-1 15,-1-1 1,-1 0-16,5-1 16,-4-4-1,-9-1-15</inkml:trace>
  <inkml:trace contextRef="#ctx0" brushRef="#br1" timeOffset="61973.01">16843 10780 0,'-16'12'0,"-7"9"16,-2 6-16,2 6 15,7 4 1,5 2-16,10 1 16,7-2-1,10-3-15,10-3 16,6-7-1,5-6-15,4-6 16,4-8 0,-2-7-16,2-6 15,-3-5 1,1-7-16,-2-7 16,-6-2-1,-7-3 1,-6-5-16,-7-2 15,-12 1 1,-7 0-16,-12 3 16,-14 7-1,-13 6-15,-11 6 16,-9 6 0,-3 5-16,-4 10 15,-8 7 1,0 0-1,15-4-15</inkml:trace>
  <inkml:trace contextRef="#ctx0" brushRef="#br1" timeOffset="62660.43">12299 12857 0,'24'-1'0,"19"-3"15,5 0 1,4 0-16,2 1 15,-2 0 1,3 1-16,-1 2 16,-6 0-1,-10-1-15</inkml:trace>
  <inkml:trace contextRef="#ctx0" brushRef="#br1" timeOffset="62972.9">12308 13120 0,'59'-8'0,"27"-5"16,5 0 0,0 3-16,-4-2 15,-2-2 1,-4-1-16,-18 2 15</inkml:trace>
  <inkml:trace contextRef="#ctx0" brushRef="#br1" timeOffset="63472.85">13800 12158 0,'8'24'0,"3"16"0,-2 13 0,-1 12 16,-3 7-1,-1 5 1,1 3-16,1 2 16,-1-1-1,-2-3-15,5-6 16,1-7-16,-2-8 16,2-6-1,1-10-15,-2-12 16,-3-11-1</inkml:trace>
  <inkml:trace contextRef="#ctx0" brushRef="#br1" timeOffset="64129.02">14756 12158 0,'6'-12'0,"-8"2"16,-18 6-16,-19 9 15,-15 9 1,-10 8-16,0 9 16,2 1-1,6 2-15,10 0 16,13 1 0,10 0-16,16-2 15,13-3 1,14 1-16,13-2 15,10-1 1,7 0-16,8 2 16,4 2-1,-3 1-15,-6-1 16,-6 1 0,-9-1-16,-10-1 15,-7 1 1,-10-2-16,-12 1 15,-13 1-15,-13-3 16,-15-2 0,-12-5-1,-10-3-15,-1-4 16,0-6 0,6-3-16,4-6 15,7-7 1,8-2-16,11-7 15,9-1-15,8 7 16</inkml:trace>
  <inkml:trace contextRef="#ctx0" brushRef="#br1" timeOffset="64691.46">14982 12312 0,'0'0'0,"16"23"15,5 15-15,2 8 0,1 4 16,-3 7 0,0-1-1,3 4-15,3 1 16,1-5 0,4-3-16,1-8 15,1-8 1,-4-6-16,-2-9 15,1-8 1,-2-10-16,-4-8 16,0-7-1,-4-9-15,0-9 16,2-11 0,-3-10-16,-3-8 15,0-5 1,-4-1-16,2-4 15,-1-1-15,-3-1 16,1 1 0,-1 1-1,-3 5-15,-3 9 16,-3 10 0,-6 9-16,-2 10 15</inkml:trace>
  <inkml:trace contextRef="#ctx0" brushRef="#br1" timeOffset="91079.18">11871 14525 0,'-24'-10'0,"-8"-4"16,3 6-16,6 4 16,3 12-1,7 7-15,3 7 16,9 9-1,7 8-15,9 7 16,6 4 0,3 5-16,4 4 15,3 0 1,2 1-16,6-5 16,3-2-1,5-3-15,-2-8 16,0-9-16,-4-7 15,-5-10 1,-5-12 0,-4-8-16,-6-10 15,-6-14-15,-3-12 16,-3-10 0,-5-11-16,-2-6 15,0-5 1,-2-6-16,0 0 15,-3 2 1,-1 5-16,0 7 16,-2 10-1,2 8-15,-1 11 16,1 5 0,1 10-16,2 8 15</inkml:trace>
  <inkml:trace contextRef="#ctx0" brushRef="#br1" timeOffset="91563.5">12903 14575 0,'-30'23'0,"-21"15"15,-13 8-15,-9 3 16,2-2 0,10-6-16,14-8 15,22-5 1,20-7-16,23-7 15,17-6 1,8-1-16,6 0 16,0 4-1,-1 3-15,-4 4 16,-7 4 0,-8 3-16,-15 6 15,-14 4-15,-14 4 16,-16 1-1,-12 4-15,-15-1 32,-6-1-32,-1-10 0,5-10 15,11-12 1,14-6-16,13-4 16</inkml:trace>
  <inkml:trace contextRef="#ctx0" brushRef="#br1" timeOffset="92125.93">12995 14924 0,'0'0'0,"0"0"0,0 0 16,15-4-16,9-3 15,2-3 1,2-7-16,0-7 16,-3-4-1,2 0-15,-4-1 16,-4 4-1,-8 4-15,-9 6 16,-9 10 0,-10 10-16,-10 10 15,-6 9 1,-4 10-16,2 7 16,3 9-1,2 7 1,8 2-16,6 4 15,9 1-15,11-5 16,12-10 0,14-9-16,12-15 15,7-16 1,13-17-16,5-17 16,-2-14-1,-15 5-15,7-21 16,2-12-1,-11-3-15,-17 14 16</inkml:trace>
  <inkml:trace contextRef="#ctx0" brushRef="#br1" timeOffset="92391.6">13615 14720 0,'-29'18'0,"-15"14"16,-3 11-1,6 4-15,10 2 16,11-1 0,19-8-1,17-5-15,13-9 16,15-9-16,12-9 16,9-9-1,4-7-15,3-6 31,-3-5-31,-14 3 0,1-8 16,-3 0 0,-13 8-16</inkml:trace>
  <inkml:trace contextRef="#ctx0" brushRef="#br1" timeOffset="92657.2">14051 15162 0,'0'0'0,"0"28"16,0 22-1,-3 6-15,-4 10 16,0 4 0,-1-2-1,2-12-15,2-19 16</inkml:trace>
  <inkml:trace contextRef="#ctx0" brushRef="#br1" timeOffset="93079.03">15091 14779 0,'0'0'0,"-25"-1"15,-19 1-15,-11 6 16,-2 4 0,0 3-16,13-4 15,15-2-15</inkml:trace>
  <inkml:trace contextRef="#ctx0" brushRef="#br1" timeOffset="93329">15150 14891 0,'-6'16'0,"-16"6"16,-14-1-16,-12-2 15,-1-1 1,-2-4-16,12-2 16,11-14-1,8-5-15</inkml:trace>
  <inkml:trace contextRef="#ctx0" brushRef="#br1" timeOffset="93860.19">15309 14337 0,'0'0'0,"0"0"0,6 23 16,4 14-16,1 8 15,1 6 1,8 6-16,2 4 15,3 1 1,7-3-16,2-6 16,2-8-1,-2-7-15,0-9 16,-6-10 0,-4-11-16,-5-9 15,-1-10 1,-3-13-16,0-12 15,-3-10 1,0-12-16,-4-7 16,-2-3-1,-3-2-15,-1 4 16,-3 3 0,-3 8-1,-2 11-15,-2 9 16,-3 7-1,3 9-15,3 9 16</inkml:trace>
  <inkml:trace contextRef="#ctx0" brushRef="#br1" timeOffset="94297.64">16172 14260 0,'-11'16'0,"-14"9"0,-13 6 16,-7 2-16,-1 1 16,2-3-1,9 0 1,16-3-16,12-1 15,14 0 1,13-5-16,13 2 16,7-2-16,1-1 15,-1-1 1,-2 3-16,-8 2 16,-11 0-1,-13 1-15,-17 2 16,-13 4-16,-14-4 15,-12 1 1,-3-2 0,2-6-16,11-8 15,15-13 1,10-5-16</inkml:trace>
  <inkml:trace contextRef="#ctx0" brushRef="#br1" timeOffset="94797.58">16341 14541 0,'0'0'0,"0"0"0,0 0 15,0 0-15,0 0 16,0 0 0,23-12-16,11-8 15,2-6 1,-6-2-16,-6-2 16,-7 3-1,-11 3-15,-10 5 16,-9 5-1,-10 8-15,-7 7 16,-4 7 0,-2 8-16,1 7 15,2 9 1,5 8-16,8 6 16,6 5-1,10-1-15,7-2 16,11-9-1,7-7-15,13-8 16,10-11 0,6-7-16,4-13 15,-7-1 1,-16 1-16</inkml:trace>
  <inkml:trace contextRef="#ctx0" brushRef="#br1" timeOffset="95094.43">16852 14209 0,'-22'2'0,"-9"9"15,-5 10-15,0 6 16,1 6-16,8 5 15,6 2 1,9 1-16,9-1 16,9-5-1,12-5-15,10-5 16,8-7 0,7-6-16,9-11 15,-10-2 1,-14 1-16</inkml:trace>
  <inkml:trace contextRef="#ctx0" brushRef="#br1" timeOffset="95563.13">17136 14414 0,'-15'-13'0,"-4"-6"15,6-1 1,7 3-16,9 1 16,8 1-1,7 4 1,3 7-16,5 6 16,-1 4-16,-3 5 15,-4 8 1,-7 7-16,-11 7 15,-10 1 1,-6 3-16,-4-3 16,-2-1-1,3-5-15,4-4 16,8-5 0,3-4-16,7-5 15,10-3 1,14-3-16,10-4 15,7-1 1,6-2-16,-3-1 16,2 3-1,-1 1-15,-9 1 16,-14 0 0</inkml:trace>
  <inkml:trace contextRef="#ctx0" brushRef="#br1" timeOffset="96266.18">12978 16728 0,'43'-3'0,"17"-3"0,2-1 16,1 3-1,-6 2 1,-16 1-16,-13 1 16</inkml:trace>
  <inkml:trace contextRef="#ctx0" brushRef="#br1" timeOffset="96578.64">13113 16941 0,'71'-12'0,"38"-9"15,11-8-15,-5-7 16,-4-5 0,-5-6-16,-24 8 15</inkml:trace>
  <inkml:trace contextRef="#ctx0" brushRef="#br1" timeOffset="97016.08">14848 15723 0,'16'35'0,"4"15"16,3 10-16,-5 3 15,-5 5 1,-4-1 0,-1 1-16,-3-4 15,0-4-15,2-5 16,7-7-1,-3-12-15,12-20 16,-1-11 0</inkml:trace>
  <inkml:trace contextRef="#ctx0" brushRef="#br1" timeOffset="97547.28">15737 15664 0,'0'0'0,"-30"-1"31,-23 3-31,-8 6 0,-2 5 15,0 6 1,9 6-16,11 1 16,10 1-1,13-1-15,13 0 16,12 0-16,19-1 16,14-1-1,13 1-15,11 3 16,6-3-1,2 1 1,0 1-16,-7 4 16,-7-1-16,-13-2 15,-12 1 1,-17 0-16,-17 2 16,-19 0-1,-22-2-15,-14-4 16,-11-4-1,-9-3-15,-2-5 16,4-5 0,18-4-16,5-13 15,12-10 1,15 0-16</inkml:trace>
  <inkml:trace contextRef="#ctx0" brushRef="#br1" timeOffset="97984.74">16390 16422 0,'-60'18'0,"-37"4"0,-20-3 15,-13-2 1,-14 0-16,-11-3 15,-3 1 1,1 2-16,5-4 16,9 4-1,9 3-15,14-1 16,17 0 0,17-2-16,20-2 15,21-7 1,16-5-16,11-1 15</inkml:trace>
  <inkml:trace contextRef="#ctx0" brushRef="#br1" timeOffset="98734.9">15342 16993 0,'-21'-4'0,"-11"-4"0,-1-3 15,2-4 1,5-7-16,9-8 16,5-3-1,7-4-15,9-1 16,7 3 0,3 6-16,6 6 15,1 6-15,0 8 16,5 6-1,-1 9-15,-3 9 16,-4 7 0,-4 6-16,-8 8 15,-3 9 1,-6 7-16,-6 2 16,-8 2-1,-6-4-15,-2-2 16,-5-5-1,-2-4-15,-2-9 16,7-3-16,4-8 16,6-9-1,6-3-15,11-9 16,0 0-16,3 2 31,14-4-31,7-2 0,8-3 16,10 0-1,3 0-15,1 1 16,4 1 0,5 2-16,-4 3 15,-4 1-15,-4 0 16,-3 1 0,-7 3-16,-3 0 15,-7-2 1,-8-2-16,-3-1 15</inkml:trace>
  <inkml:trace contextRef="#ctx0" brushRef="#br1" timeOffset="99250.45">16810 16294 0,'0'0'0,"0"0"16,-25 4-16,-17 2 16,-7 5-1,-1-2-15,2 1 16,4 1 0,6 0-16,12-4 15,26-7 1,0 0-16,2 7 15,10-3 1</inkml:trace>
  <inkml:trace contextRef="#ctx0" brushRef="#br1" timeOffset="99422.32">16810 16464 0,'-8'21'0,"-11"7"16,-10-4 0,-2-5-16,-1-5 15,2-4 1,5-7-16,7-5 16</inkml:trace>
  <inkml:trace contextRef="#ctx0" brushRef="#br1" timeOffset="99922.26">17079 15835 0,'0'0'0,"13"15"16,5 7-1,-4-1-15,-5-2 16,-2-1-1,-2-3-15,2-2 16,-1-2 0,2 2-16,-1-4 15,0 0-15,-1-3 16,-6-6 0,0 0-16,0 0 15,0 0-15,0 0 16,0 0-1,-1 0-15,-4-3 16,-1-4-16,-1 0 16,1-1-1,-2-5-15,0 3 16,1 1 0</inkml:trace>
  <inkml:trace contextRef="#ctx0" brushRef="#br1" timeOffset="100562.82">16617 15903 0,'0'0'0,"21"-3"15,12-4-15,7-2 16,4 0-1,9-3-15,3-1 16,0-1 0,3 3-16,-3 0 15,-6 5 1,-8 2-16,-6 1 16,-9 3-1,-8 0-15,-7 3 16,-3 1-16,-3 4 15,-4 3 1,-3 6-16,-2 7 16,1 7-1,-2 7-15,3 8 16,-2 7 0,1 4-16,1 4 15,1 0 1,0 2-1,-1 2-15,-1-1 16,-1-3 0,-4-3-16,-4-5 15,2-3 1,3-12-16,2-13 16,1-10-1</inkml:trace>
  <inkml:trace contextRef="#ctx0" brushRef="#br1" timeOffset="100875.29">17422 16218 0,'0'0'0,"0"0"15,-33 4-15,-23 4 16,-8 5 0,-2-1-16,1 1 15,8-1-15,9 2 16,14-6-1,10-2-15,11-4 16</inkml:trace>
  <inkml:trace contextRef="#ctx0" brushRef="#br1" timeOffset="101094.01">17497 16337 0,'0'0'0,"0"0"16,0 0 0,0 0-16,0 0 15,0 0 1,0 0-16</inkml:trace>
  <inkml:trace contextRef="#ctx0" brushRef="#br1" timeOffset="101609.58">17908 15953 0,'-21'-6'0,"-13"0"0,-9 3 16,1 8-1,0 5-15,5 6 16,8 2-16,11 2 15,9 0 1,12 1-16,7 4 16,11-1-16,11 0 15,7-2 1,7 3-16,2 0 16,2 1-1,-6-1-15,-8-1 16,-7 0-1,-10-2-15,-10 2 16,-9-3 0,-11 0-16,-11 0 15,-9-2 1,-4-2-16,-4-4 16,-1-1-1,1 0-15,4-2 16,8-5-16,10-3 15</inkml:trace>
  <inkml:trace contextRef="#ctx0" brushRef="#br1" timeOffset="102421.99">18000 15988 0,'0'0'0,"0"0"0,0 0 15,0 0-15,0 0 16,3 23-16,0 15 16,3 6-1,3-1-15,1 0 16,2-3-1,4-6 1,1-6-16,1-4 16,-3-5-1,1-4-15,-3-4 16,-4-6-16,-3-7 16,1-7-1,-1-6-15,-1-8 16,0-6-1,0-7-15,1-5 16,-1-4 0,4-4-16,-2 4 15,1 0 1,2 3-16,-3 11 16</inkml:trace>
  <inkml:trace contextRef="#ctx0" brushRef="#br0" timeOffset="135605.81">8149 5403 0,'0'0'0,"0"0"0,0 0 15,0 0 1,21-4-16,10-3 16,7 3-1,0-2-15,3 0 16,0 0-1,4-1-15,0 1 16,5-3 0,0-2-16,0-1 15,4 0 1,0-1-16,-3 4 16,-1-3-1,-2 6 1,-11-2-16,-5 3 15,-4 4 1,-8 3-16,-1 2 16,-2 5-16,-3 5 15,0 5 1,1 9-16,0 8 16,-1 9-1,0 5-15,1 5 16,-3 1-1,3-4-15,-3-2 16,-3-3 0,1-7-16,0-6 15,-2-2 1,-2-3-16,1-2 16,-4-2-1,1-6-15,-4-8 16,-2-4-1</inkml:trace>
  <inkml:trace contextRef="#ctx0" brushRef="#br0" timeOffset="135949.54">8803 5930 0,'0'0'0,"26"-4"0,18-2 15,11 1 1,7-1-16,5 0 15,2 2 1,3 0-16,0 0 16,-4 0-1,-6 1-15,-7 2 16,-10-2 0,-10 0-16</inkml:trace>
  <inkml:trace contextRef="#ctx0" brushRef="#br0" timeOffset="136215.15">9524 5939 0,'-17'30'0,"-6"16"16,0 0 0,4 2-16,1-3 15,4-6 1,1-3-16,3-12 16,-1-8-1,4-7-15</inkml:trace>
  <inkml:trace contextRef="#ctx0" brushRef="#br0" timeOffset="136465.12">9272 5965 0,'-13'24'0,"-6"20"16,2 10 0,0 6-16,3-1 15,8-6 1,3-6-16,2-16 16,1-10-1,0-9 1</inkml:trace>
  <inkml:trace contextRef="#ctx0" brushRef="#br0" timeOffset="136715.07">9046 5982 0,'-16'34'0,"-4"21"16,-2 10-1,6 6-15,4 1 16,0-4 0,2-19-1</inkml:trace>
  <inkml:trace contextRef="#ctx0" brushRef="#br2" timeOffset="-159965.8">10505 2910 0,'-1'22'0,"0"15"0,-2 15 16,0 14-1,-6 14-15,-10 12 16,-3 14-1,1 7-15,-1 2 16,4-2 0,4-5-16,3-4 15,5-5 1,1-2-16,3-10 16,-2-13-1,1-10 1,2-12-16,3-15 15,3-13-15,3-11 16,1-13 0,-3-6-16,-1 0 15</inkml:trace>
  <inkml:trace contextRef="#ctx0" brushRef="#br2" timeOffset="-159434.62">9910 3752 0,'108'0'0,"50"3"16,6-5-1,-7 2-15,-7 2 16,-6 2 0,-4 0-16,-8 2 15,-5 1 1,-5 0-16,-10-1 15,-9 0 1,-8-3-16,-10 2 16,-13 1-1,-9-1-15,-17 0 16,-13-1 0,-12 0-16</inkml:trace>
  <inkml:trace contextRef="#ctx0" brushRef="#br2" timeOffset="-158231.41">10304 3812 0,'0'0'0,"0"0"16,-4-14-1,1-4-15,5-3 16,3 3-1,2-1-15,5 1 16,7-6 0,-2-3-16,4-3 15,1-2-15,4 0 16,-3-1 0,3 0-16,3 0 15,-1 1 1,2 1-1,2 4-15,1 2 16,0 1-16,-2 5 16,3 3-1,-3 6-15,0 6 16,0 4 0,-3 3-16,1 5 15,-3 3 1,-3 5-16,0 2 15,-3 3 1,2 3-16,-2 2 16,-2 4-1,1 3-15,-1 2 16,3 1 0,-2 2-16,-4 2 15,3 1 1,-3 3-16,2-1 15,-2 2 1,0 1 0,-1 0-16,0-1 15,0-1-15,1-2 16,-3 1 0,2-2-16,1-1 15,2 2 1,1-1-1,2-5-15,2-2 16,4-6-16,1-4 16,4-3-1,-2-6-15,-1-4 16,0-5 0,1-6-16,1-1 15,-1-6 1,-1-4-16,1-4 15,-4-8 1,-2-3-16,-4-6 16,-4-1-1,-2-5-15,-2-3 16,-4-3 0,-2-1-16,-1-3 15,-4 3-15,0 0 16,3 2-1,0 8-15,-1 8 16,1 5 0,0 7-1</inkml:trace>
  <inkml:trace contextRef="#ctx0" brushRef="#br2" timeOffset="-156950.3">11083 6602 0,'0'0'0,"-21"-9"16,-20-1-16,-19 1 16,-19 6-1,-15 3-15,-10 4 16,-6 5-1,-3 0-15,-4 2 16,-2 1 0,0-1-16,5-1 15,4-1 1,8 2-16,10-2 16,11 0-1,11-3-15,9-2 16,10-2-1,11-1-15,10-2 16,10-1 0,8 2-16,4-2 15,8 2 1,-3-3-16</inkml:trace>
  <inkml:trace contextRef="#ctx0" brushRef="#br2" timeOffset="-156419.12">9683 6007 0,'0'31'0,"0"19"16,0 13 0,-1 8-16,1 10 15,-3 8 1,-2 7-1,1 8-15,-2-5 16,2-3 0,5-9-16,2-5 15,1-7 1,-2-5-16,0-8 16,0-16-1,-1-15-15</inkml:trace>
  <inkml:trace contextRef="#ctx0" brushRef="#br2" timeOffset="-155325.28">9708 6670 0,'0'0'0,"0"0"16,-1 26-16,0 11 15,1 9-15,3 3 16,3 1 0,3-1-16,3-4 15,8-1 1,-2-7-16,4-1 15,4-9 1,2-5-16,3-6 16,2-7-1,0-6-15,1-6 16,0-4 0,1-7-16,-2-5 15,2 0 1,-1-3-16,-2-4 15,-1-1 1,-3-3-16,-3-5 16,-1-4-1,0-2 1,-1-8-16,-3-1 16,-2-2-1,-5-1-15,2-2 16,0 0-1,0-1-15,-2 1 16,2-2 0,0 2-16,4 3 15,-1 0 1,1 4-16,4 6 16,2 2-1,-2 6-15,-2 5 16,1 4-1,2 6-15,-1 3 16,2 7 0,-1 3-16,0 5 15,1 2 1,-4 6-16,1 2 16,3 6-1,-2 1-15,-2 4 16,-2 2-1,-1 2-15,0 1 16,-2 3 0,-3-2-16,1 2 15,-1 4 1,-3 0-16,-3 0 16,2-4-1,-2 4-15,1-1 16,3 1-1,-1 1-15,3 1 16,-5 1 0,2 0-16,-5 3 15,-2 0 1,-2-8-16</inkml:trace>
  <inkml:trace contextRef="#ctx0" brushRef="#br3" timeOffset="-138998.95">20407 1378 0,'0'0'0,"0"0"15,0 0 1,0 0-16,0 0 15,0 0 1,-3 32-16,-3 20 16,-1 13-1,-2 7-15,-4 10 16,-1 10 0,-2 8-16,-1 8 15,-5 9 1,-2 8-16,6 8 15,-1 2 1,3 9-16,-2 6 31,5 13-31,0 12 0,-2 11 16,-5 7 0,0-6-16,8 1 15,4-5 1,4-3-16,1-1 15,6-1 1,3-6-16,2-6 16,0-6-1,1-9-15,4-17 16,-2-15 0,-1-20-16,-5-18 15,-3-18 1,-1-14-1,-1-17-15,0-32 16,0 15 0</inkml:trace>
  <inkml:trace contextRef="#ctx0" brushRef="#br3" timeOffset="-137483.49">18797 4059 0,'0'0'0,"0"0"16,0 0-1,0 0-15,0 0 16,36-2-16,20 0 16,14-3-1,7 1-15,5 0 16,8 0-1,9 0-15,8-1 16,12-3 0,8 1-16,10 2 15,8-2 1,11-1-16,8-2 16,7 1-1,12 3-15,6-4 16,9 0-1,13 3-15,5-1 16,6 1 0,6 4-16,6 0 15,4 3 1,2 0-16,2 0 16,1-1-1,-4-1-15,3 1 16,3 4-1,6-3-15,-3 1 16,-6 1 0,3-1-16,-1 3 15,0-3 1,-2 2-16,-2 0 16,-8 2-1,-13-2-15,-6 2 16,-3 1-1,-2 1-15,-11 1 16,-7 4 0,-5-1-16,-15-2 15,-9 2 1,-10 0-16,-12-2 16,-12 1-1,-15-3-15,-16 0 16,-15-3-1,-19 0-15,-19-2 16,-16-1-16,-11-2 16,-8-2-1,-7-4-15,-7-4 16,-6-3-16,-7-3 16,-9 2-1,-10-5-15,-7-1 16,-7 1-1,1-1-15,3 2 16,2 2 0,-1-1 15,12 2-15,10 5-16,13 5 15,12 6-15,6 2 16,15 6-1,10 5-15,12 1 16,9 2 0,10 1-16,3 3 15,-2-2 1,-5 1-16,-10-1 16,-9 0-1,-9-2-15,-6 0 16,-5 0-1,-7 3-15,-6 5 16,-14 2 0,-8 3-16,-14-2 15,-8 6 1,-5-2-16,-1 1 16,-4-3-1,0-2-15,0 2 16,4-2-1,4-1-15,6-2 16,3-16 0,6-9-16</inkml:trace>
  <inkml:trace contextRef="#ctx0" brushRef="#br3" timeOffset="-136389.86">20482 1387 0,'0'0'0,"-15"20"0,-9 10 15,-6 3 1,-2 4-16,-10 4 15,0-2 1,-2-2 0,5-10-16,7-8 15,9-8-15,9-8 16,10-13 0,8-12-16,5-9 15,5-12 1,4-2-16,3 3 15,0 4 1,1 11-16,3 8 16,9 9-1,7 7-15,8 9 16,8 7 0,-1 4-16,2 3 15,-7 2 1,-9 4-16,-8-4 15,-11-7 1,-9-4-16</inkml:trace>
  <inkml:trace contextRef="#ctx0" brushRef="#br3" timeOffset="-135796.18">19124 1803 0,'-17'-13'0,"-5"-3"0,8 1 31,14 15-31,4 0 0,16 14 16,10 5-1,10 2-15,11-2 16,5-5 0,1-7-16,-6-7 15,-3 0 1,-11-5-16,-8-4 16,-10-4-1,-10-5-15,-9-7 16,-7-11-1,-10-4-15,-8-3 16,-7 0 0,-2 3-16,-3 8 15,1 7 1,3 6-16,8 8 16,7 5-1,8 2-15</inkml:trace>
  <inkml:trace contextRef="#ctx0" brushRef="#br3" timeOffset="-135389.97">19442 1438 0,'0'0'0,"0"0"15,19 21-15,11 9 16,1 1 15,3-7-31,-3-10 0,-3-8 16,-1-7-16,-7-3 16,-4-7-1,-4-5-15,-1-2 16,-8-3-16,-3-5 15,-6 1 1,-7 0-16,-6 2 16,-7 5-1,-7 5-15,-3 10 16,-1 9 0,3 11-16,2 13 15,6 6 1,9 2-16,9-8 15,7-8-15</inkml:trace>
  <inkml:trace contextRef="#ctx0" brushRef="#br3" timeOffset="-134686.92">19703 1345 0,'0'0'0,"0"0"16,20 2-1,10-1 1,2-6-16,-1-8 16,-2-7-1,-6-7-15,-8-5 16,-12-6-16,-1 4 15,-5 6 1,-1 10-16,4 18 16,0 0-1,0 0 1,7-5-16,8 11 16,9 0-16,1-1 15,0-6 1,0-5-16,0-6 15,-1-6 1,-2-3-16,-8-4 16,-5-4-1,-6-2-15,-8-7 16,-8 1 0,-11-3-16,-10 0 15,-8 1 1,-2 5-16,0 4 15,3 5 1,4 8 0,13 5-16,10 9 15,14 3-15,0 7 16,11 5 0,9 7-16,7 5 15,8 2 1,2 2-16,5 0 15,-2 0 1,4 0-16,1-1 16,-4-3-1,-2-1-15,-6-4 16,-5-5 0,-7-11-16,-6-4 15</inkml:trace>
  <inkml:trace contextRef="#ctx0" brushRef="#br3" timeOffset="-134468.19">20205 741 0,'-31'4'0,"-19"13"15,-8 14-15,-1 17 16,3 10 0,13-11-16,18-13 15</inkml:trace>
  <inkml:trace contextRef="#ctx0" brushRef="#br3" timeOffset="-133062.1">29101 3719 0,'-14'-10'0,"-5"0"0,-4 11 15,-1 13-15,-7 13 16,-3 20 0,-4 14-16,-1 14 15,1 6 1,6-2-16,17-5 15,15-6 1,13-6-16,12-12 16,6-7-1,6-9-15,7-12 16,2-7 0,6-12-16,0-9 15,2-8 1,3-12-16,1-8 15,-5-6-15,-6-6 16,-7-9 0,-8-8-16,-11-3 15,-8-1 1,-8-1-16,-9 5 16,-11 5-1,-9 7 1,-16 12-16,-6 8 15,-6 13 1,-5 7-16,-1 8 16,4 7-16,5 11 15,4 8 1,6 12-16,6 2 16,12-2-1,11 0-15,15-3 16,13-9-1,17-8-15,20-4 16,15-5 0,14-6-16,9 15 15,-19 3 1</inkml:trace>
  <inkml:trace contextRef="#ctx0" brushRef="#br3" timeOffset="-129437.5">22821 3684 0,'6'-14'0,"1"-3"0,0 5 16,-7 12-1,5-3-15,-1 18 16,1 13 0,-2 13-16,-2 9 15,-3 3 1,-1-1-16,3-4 15,1-5 1,-1-5-16,0-1 16,2-6-1,1-9-15,-1-8 16</inkml:trace>
  <inkml:trace contextRef="#ctx0" brushRef="#br3" timeOffset="-128843.81">22939 4595 0,'0'0'0,"6"30"16,3 11-16,1 0 15,-1-6-15,-1-7 16,2-6 0,-5-7-16,-3-7 15,-2-8-15,0 0 16,-4-2 0,-7-11-16,0-13 15,2-7 1,1-7-16,1 3 15,3 8-15,4 9 16,6 10 0,8 5-16,5 5 15,9 3 1,4 0-16,3 3 16,1-4-1,-2 0-15,-6-2 16,-5 0-1,-3-3-15,-2-1 16,-6 0 0,-6-7-16,-4 1 15</inkml:trace>
  <inkml:trace contextRef="#ctx0" brushRef="#br3" timeOffset="-128609.46">23123 4416 0,'-25'27'0,"-12"16"0,-5 7 16,1 3-1,3 1-15,2-2 16,10-4-1,9-10-15,8-11 16,3-11 0</inkml:trace>
  <inkml:trace contextRef="#ctx0" brushRef="#br3" timeOffset="-127968.91">25294 3643 0,'0'0'0,"0"0"15,0 0 1,0 0-16,2 23 16,-1 18-1,-3 7-15,-2 8 16,1 0 0,2-2-16,3-6 15,2-1 1,2-7-16,4-3 15,1-6 1,-1-7-16,-4-12 16</inkml:trace>
  <inkml:trace contextRef="#ctx0" brushRef="#br3" timeOffset="-127437.72">25328 4671 0,'-21'-12'0,"-2"-9"0,6-10 16,9-5-1,8-5 1,9 2-16,8 9 31,3 8-31,0 10 0,1 8 16,-4 8-1,-6 12-15,-6 12 16,-5 10 0,-6 2-16,-3 6 15,-2 1 1,2-8-16,5-4 16,4-9-1,6-8-15,5-11 16,6-10-1,6-8-15,2-8 16,6-10 0,2-8-16,-7-5 15,-8 8 1,-6 11-16</inkml:trace>
  <inkml:trace contextRef="#ctx0" brushRef="#br3" timeOffset="-127000.27">25630 4356 0,'4'30'0,"5"14"15,-1 0 1,0-5-16,-2-10 16,-3-10-16,0-5 15,-3-14 1,0 0-1,0-4-15,-1-14 16,-1-7-16,1-9 16,0-8-16,1 1 15,2 8 1,2 8-16,1 9 16,6 7-16,5 5 15,2 5 1,7 5-16,6 2 15,0 1 1,3 0-16,-5-1 16,-2-3-1,-4-4-15,-6-4 16,-1 1 0,-1-7-16,-2-3 15,-5-2-15,-7-4 16,-2 2-1,-1 7-15</inkml:trace>
  <inkml:trace contextRef="#ctx0" brushRef="#br3" timeOffset="-126734.24">25907 4153 0,'-17'8'0,"-11"6"0,-7 7 16,-4 10 0,-2 4-16,1-1 15,1-4 1,5-3-16,5-6 16,10-6-16,4-6 15,8-1 1,7-8-16,0 0 15,0 0 1,-4 5-16</inkml:trace>
  <inkml:trace contextRef="#ctx0" brushRef="#br3" timeOffset="-117516.5">20197 4059 0,'0'0'0,"0"0"15,0 0-15,0 0 16,-14-7 0,-2-6-16,2 1 15,5-4 1,-1 0-16,5-5 15,0-5 1,3-2-16,4-5 16,1 2-1,1-7-15,1-1 16,4-5 0,0 1-16,4-5 15,2-3 1,5-1-16,2-1 15,-2-1 1,2 2-16,5 2 16,4-3-1,2-1-15,3-1 16,1 0 0,4 3-16,-4 3 15,6 1 1,4 1-1,2 2-15,1 0 16,2 5-16,-1 3 16,4 2-1,2 4-15,2 3 16,-3 5 0,1 2-16,-2 3 15,-1 4 1,-1 5-16,0 1 15,0 4-15,3 0 16,2 0 0,-1 1-16,-2 3 15,-2 4 1,1 1-16,2 2 16,-3 3-1,-6 1-15,1 4 16,-2 5-1,2 3-15,-4 0 16,-1 4 0,-2 0-16,-2 1 15,-1 3 1,0 1-16,-2 0 16,-4-2-1,0 0-15,-1 2 16,-1 1-1,1 3-15,-2-3 16,0 3 0,-2-3-16,0 1 15,-1-2 1,-1 1-16,-2 2 16,2-2-1,-1 1-15,-1 0 16,0 0-1,-3 1-15,-2-1 16,2-1 0,0-1-16,-2 3 15,-1-1-15,-2 0 16,1 0 0,-1 0-16,1 0 15,-2-3 1,3 0-1,-1 0-15,-1-2 16,-4-1-16,0-4 16,-1-3-1,-2-3-15,-2-3 16,0 1 0,-1-1-16,-2-4 15,-3-11-15,0 0 16,1-3-1</inkml:trace>
  <inkml:trace contextRef="#ctx0" brushRef="#br3" timeOffset="-116735.34">20977 1337 0,'0'0'0,"21"13"0,10 11 15,5 7 1,-2 6-16,-2 5 16,-4-5-1,-4-2-15,-4-8 16,-4-7-1,-5-6-15,-2-5 16,-5-4 0</inkml:trace>
  <inkml:trace contextRef="#ctx0" brushRef="#br3" timeOffset="-116313.51">20994 1405 0,'-10'-29'0,"1"-11"15,12-1 1,16 4-16,9 4 16,12 9-1,8 5-15,5 10 31,3 7-31,-3 9 0,-6 8 16,-2 9 0,-8 7-16,-3 8 15,-6 4 1,-7 4-16,-9 2 16,-10-3-1,-14 2-15,-12 1 16,-14 2-1,-10-2-15,-6-6 16,2-7 0,1-6-16,9-17 15,11-8 1,11-3-16</inkml:trace>
  <inkml:trace contextRef="#ctx0" brushRef="#br3" timeOffset="-116016.68">21581 1183 0,'0'0'0,"18"23"15,7 15 1,0 6-16,-4 0 16,-3-12-1,-3-9-15,-6-11 16</inkml:trace>
  <inkml:trace contextRef="#ctx0" brushRef="#br3" timeOffset="-115469.85">22092 1038 0,'0'0'0,"0"0"0,-1 25 16,1 11-16,9 3 16,3-3-1,7-8 1,7-7-16,5-9 16,-1-5-1,0-7-15,-3-8 16,-2-3-16,-2-4 15,-4-5 1,-4-4-16,-6 1 16,-5-2-1,-10-2 1,-11 5-16,-10 6 16,-9 5-16,-2 3 15,-1 8 1,3 5-16,3 9 15,5 4 1,3 2-16,9-3 16,4-6-16</inkml:trace>
  <inkml:trace contextRef="#ctx0" brushRef="#br3" timeOffset="-114969.91">22452 911 0,'23'9'0,"10"5"16,3 4-16,-3 7 15,-5 0 1,-3-5-16,-7-6 16,-4-1-1,-6-9-15,-8-4 16,0 0 0,6-5-16,-1-10 15,-1-5 1,0-5-16,1-8 15,0 0 1,0-5-16,5 6 16,2 6-1,2 7-15,4 7 16,4 10-16,4 5 16,2 8-1,4 5 1,2 6-16,0 3 15,-1 0-15,1 1 32,-3-3-32,-7-4 0</inkml:trace>
  <inkml:trace contextRef="#ctx0" brushRef="#br3" timeOffset="-114423.09">21471 2008 0,'0'0'0,"14"12"0,7 9 16,5 4-1,1 0-15,1 1 16,-3-2 0,-1-3-16,-5 0 15,-4-1 1,-6-3-16,-7-4 16,-3-3-1</inkml:trace>
  <inkml:trace contextRef="#ctx0" brushRef="#br3" timeOffset="-114048.13">21471 2110 0,'-3'-34'0,"5"-16"0,11-1 16,10 7-1,7 9 1,6 10-16,5 7 16,3 7-16,1 10 15,1 8 1,-1 7-16,-5 8 16,-3 7-1,-7 5-15,-7 7 16,-8 3-1,-7 2-15,-13 1 16,-12-5 0,-9 0-16,-9-3 15,-3-5 1,7-9-16,8-9 16</inkml:trace>
  <inkml:trace contextRef="#ctx0" brushRef="#br3" timeOffset="-113516.94">22158 1932 0,'0'0'0,"0"0"0,-8-11 16,0-9-1,4-5-15,4 1 16,9 1-1,5 3 1,4 5-16,1 6 16,-1 7-1,-2 8-15,-3 4 16,-4 9-16,-7 6 16,-5 3-1,-3 3-15,-1 1 16,-1-3-1,5-3-15,2-5 16,4-6 0,6-10-16,5-6 15,5-9 1,9-7-16,7-4 16,5-4-1,3-5-15,-10 3 16,-10 9-1</inkml:trace>
  <inkml:trace contextRef="#ctx0" brushRef="#br3" timeOffset="-113048.24">22780 1719 0,'0'0'0,"-10"15"16,-3 9-16,4 2 15,6-1 1,5-4-16,6-3 31,5-9-31,4-7 0,2-6 16,5-7-16,1-3 16,-3-2-1,-4-3-15,-6-1 16,-9-2-1,-6 0-15,-8 0 16,-6 1 0,-7 9-16,-3 5 15,3 7 1,3 5-16,4-1 16,6 1-1</inkml:trace>
  <inkml:trace contextRef="#ctx0" brushRef="#br3" timeOffset="-112517.05">22922 1634 0,'22'-12'0,"11"-8"15,3-1-15,-2-2 16,-2-1 0,-7 0-16,-4-2 15,-7-5 1,-7-1-16,-6-1 16,-5 2-1,-5-2-15,-5 7 16,-7 6-1,-4 6-15,-5 8 16,3 3-16,4 8 16,2 7-1,8 4-15,4 7 16,8 5 0,6 2-16,7 0 15,5-1-15,6 0 16,5 2-1,7 1-15,5 1 16,4-3 0,-1-2-16,-5 0 15,-8 0 1,-5-4-16,-7-6 16,-7-7-16,-11-11 15,8 3 1,-1-6-16</inkml:trace>
  <inkml:trace contextRef="#ctx0" brushRef="#br3" timeOffset="-112376.44">23316 1617 0,'-19'5'0,"-8"6"0,2-1 15,7-2 1,7-3-16</inkml:trace>
  <inkml:trace contextRef="#ctx0" brushRef="#br3" timeOffset="-111720.26">23367 1345 0,'0'0'0,"0"0"0,21-8 16,13-6-1,2 0-15,-5-3 16,-4 3-1,-7-4-15,-4-1 16,-7-5 0,-3 1-16,-5-4 15,-8-2 1,-6 4-16,-8-1 16,-9 1-1,-6 7-15,-7 3 16,2 8-1,6 2-15,7 7 16,9 7 0,5 7-16,7 3 15,5 5 1,6 5-16,8 1 16,6 3-1,3-1-15,5 1 16,5 1-1,5 0-15,5 3 16,0 1 0,2-1-16,-1-8 15,-5-2 1,-5-5-16,-5-3 16,-6-5-16,-6-1 15,-3-3 1,-3-3-1,-9-7-15,6-1 16,-6 1-16,3-3 16</inkml:trace>
  <inkml:trace contextRef="#ctx0" brushRef="#br3" timeOffset="-111501.54">23761 1353 0,'0'0'0,"-17"3"15,-14 7 1,-4 8-16,-4 9 16,-5 3-16,2 7 15,1 6 1,6-1-16,12-10 15,7-10 1</inkml:trace>
  <inkml:trace contextRef="#ctx0" brushRef="#br3" timeOffset="-103955.5">22880 4017 0,'0'0'0,"0"0"0,0 0 16,-1-21-1,0-13-15,1-3 16,2-2 0,0-3-16,1 0 15,3-1 1,2-1-16,1-4 16,1 2-1,-1 0-15,0-3 16,0 1-1,0 0-15,-1-2 16,0 2-16,4-1 16,5 3-1,-2 2-15,0 2 16,-2 0 0,2-3-16,4-3 15,2 2 1,5 0-16,5-3 15,-1 5 1,2 0-16,1 0 16,3 1-1,1 4-15,-3 0 16,4 4 0,0 2-16,3-1 15,5 3 1,-2 1-16,5 2 15,-1 3 1,3 4-16,0 3 16,-1 4-1,-1 5 1,-1-2-16,1 5 16,-2 2-16,1 5 15,0 2 1,-1 1-16,-1 6 15,-3 1 1,-1 1-16,-1 5 16,-1 1-1,-2 2-15,3 2 16,-2 1 0,-1 2-16,-1 2 15,-1-1 1,-1 6-16,2-1 15,-3 3 1,1 1-16,1 2 16,2 0-1,-1 0-15,-3-1 16,-3 3 0,2 0-16,0 3 15,-4 3 1,0-2-16,1 1 15,-2 0 1,-4 3-16,1 1 16,0-1-1,-4 6-15,-4 1 16,-1 7 0,-3 0-16,1 1 15,-2 1 1,-1-2-16,2 3 15,2 0 1,5 0-16,-1-3 16,1-11-1,-4-11-15,-7-12 16</inkml:trace>
  <inkml:trace contextRef="#ctx0" brushRef="#br3" timeOffset="-102939.98">24205 1735 0,'13'12'0,"8"11"16,3 0-1,1 2-15,-2 1 16,2-2-1,-1 1-15,-2 2 16,-2 0 0,-1 1-16,-4 0 15,-5-4 1,-8-9-16,-3-5 16</inkml:trace>
  <inkml:trace contextRef="#ctx0" brushRef="#br3" timeOffset="-102486.91">24221 1916 0,'-15'-43'0,"-1"-15"16,10 2-1,18 8-15,9 7 16,8 13 0,6 6-16,5 7 15,3 7 1,-1 9-16,3 11 16,1 9-1,-2 8-15,-3 8 31,-5 5-31,-5 8 0,-9-1 16,-13-3 0,-10 0-16,-13-2 15,-13-1 1,-9-2-16,-4-7 16,-3-5-1,5-10-15,8-13 16,7-18-1,8-15-15,4 1 16</inkml:trace>
  <inkml:trace contextRef="#ctx0" brushRef="#br3" timeOffset="-101940.09">24876 1643 0,'0'0'0,"-14"0"16,-5-1-16,2 0 16,4-5-1,4-1-15,4-6 16,4-1 0,7-4-16,8 1 15,3 3-15,2 5 16,3 5-1,-1 11-15,-1 6 16,-1 11 15,-6 7-31,-6 7 0,-7 4 16,-3 1 0,-1-3-16,0-10 15,0-5 1,4-6-16,8-13 15,9-7 1,7-10-16,12-10 16,3-5-16,2-5 15,-4-2 1,-8 8-16</inkml:trace>
  <inkml:trace contextRef="#ctx0" brushRef="#br3" timeOffset="-101487.02">25328 1472 0,'0'0'0,"0"0"15,-9 19-15,-4 5 16,3 5-1,7-4-15,7-6 16,5-5 0,6-9-16,5-10 15,5-8 1,3-3-16,-4-5 16,-2-3-1,-5-1 1,-6-1-16,-10-3 15,-5 4-15,-11 0 16,-3 8 0,-7 6-16,-5 5 15,-1 11-15,-1 7 16,2 7 0,6 5-1,8 0-15,12 0 16,6-8-1,7-16-15,1-7 16</inkml:trace>
  <inkml:trace contextRef="#ctx0" brushRef="#br3" timeOffset="-101065.19">25555 1252 0,'24'11'0,"9"10"0,0 4 15,-6 3-15,-5-5 16,-4-6 0,-6-5-16,-3-3 15,-9-9-15,4-3 16,-2-8-1,0-7 1,1-9-16,3-9 31,2-1-31,2-2 0,2 8 16,4 9 0,3 9-16,6 13 15,3 10 1,3 8-16,5 8 15,0 7 1,-2 4-16,-3 4 16,1 2-1,-8 1-15,-9-10 16</inkml:trace>
  <inkml:trace contextRef="#ctx0" brushRef="#br3" timeOffset="-100237.15">24951 2409 0,'0'0'0,"0"0"15,0 0-15,12 21 16,6 11 0,3 2-1,2 0-15,-6-2 16,-1-4-1,-5-4-15,-3-4 16,-8-7 0,-5-5-16,-5-5 15,-5-6-15,-1-5 16,-1-5 0,-2-5-16,1-3 15,-1-3 1,3-6-1,1-3-15,7 1 16,7-3-16,10 1 16,11 3-1,6 3 1,8 5-16,5 4 16,5 5-16,-3 9 15,2 6 1,-1 7-16,-4 8 15,-5 5 1,-7 8 0,-9 2-16,-7 3 15,-11 0 1,-11-1-16,-6 0 16,-11 2-1,-4-1-15,-2-3 16,4-9-16,1-9 15,4-14 1,7-5-16</inkml:trace>
  <inkml:trace contextRef="#ctx0" brushRef="#br3" timeOffset="-99987.18">25404 2221 0,'15'16'0,"10"7"15,6 5-15,2 1 16,6-1-1,-8-10-15,-10-8 16</inkml:trace>
  <inkml:trace contextRef="#ctx0" brushRef="#br3" timeOffset="-99455.99">25873 2042 0,'0'0'0,"0"0"0,11 17 16,8 1-1,9-7-15,-1-7 16,-1-11 0,-1-3-16,-4-7 15,-2-3 1,-4-2-16,-3-2 16,-10-3-1,-8-1-15,-8 5 31,-9 4-31,-2 6 0,-1 8 16,0 5 0,1 3-16,2-1 15,6-2 1</inkml:trace>
  <inkml:trace contextRef="#ctx0" brushRef="#br3" timeOffset="-99034.16">25915 1898 0,'0'0'0,"21"-11"16,12-4-1,3-4-15,-1 0 16,-3-4 0,-10 0-16,-6-3 15,-9-1 1,-8-1-16,-7-5 15,-9 1 1,-6 2-16,-3 7 16,-2 7-1,2 10-15,2 8 16,4 13 0,7 9-16,4 7 15,7 6 1,7 3-16,7 0 15,9 0 1,6-1-16,4-5 16,3-1-1,4-2-15,-1-3 16,-1-4 0,-8-8-16,-8-8 15,-8-3 1</inkml:trace>
  <inkml:trace contextRef="#ctx0" brushRef="#br3" timeOffset="-98893.55">26250 1916 0,'-22'12'0,"-10"4"0,3-4 16,6-6-1</inkml:trace>
  <inkml:trace contextRef="#ctx0" brushRef="#br3" timeOffset="-98424.85">26234 1762 0,'0'0'0,"0"0"0,24-3 16,13-5 0,-1-4-1,0-1-15,-7-2 16,-3-3 0,-6-5-16,-9-2 15,-8-5 1,-7-4-16,-13 1 15,-7 4 1,-6 6-16,-5 7 31,8 7-31,5 8 0,8 11 16,10 5 0,9 7-16,7 5 15,5 6-15,7 5 16,7 3-1,2 5 1,3 1-16,-1 0 16,-2-1-16,1-6 15,-3-6 1,-5-16-16,-9-9 16,-5-5-1</inkml:trace>
  <inkml:trace contextRef="#ctx0" brushRef="#br3" timeOffset="-98237.38">26737 1735 0,'-46'32'0,"-19"16"16,4 3-1,16-10-15,15-14 16</inkml:trace>
  <inkml:trace contextRef="#ctx0" brushRef="#br3" timeOffset="-91706.84">20306 7224 0,'0'0'0,"-6"19"16,0 16-1,1 9-15,4 10 16,6 3-1,0 8-15,-1 2 16,1 4 0,1 3-16,-1 7 15,-2 5 1,-1 1-16,0 7 16,-1 9-1,1 5-15,-2 3 16,1 2-1,-1 4-15,0 4 16,2 3 0,0 3-1,-1 5-15,-3 0 16,-1 2 0,2 1-16,-2 1 15,2-2 1,-1 2-16,2 1 15,1-2 1,-1 0-16,2-3 16,3 1-1,1-3-15,2-7 16,-4-11 0,-1-6-16,0-6 15,-3-10 1,1-11-16,-2-9 15,0-10 1,-2-14 0,0-14-16,1-12 15,-4-16-15,1-8 16</inkml:trace>
  <inkml:trace contextRef="#ctx0" brushRef="#br3" timeOffset="-90113.27">18755 10218 0,'0'0'0,"0"0"15,0 0 1,0 0-16,0 0 15,0 0 1,24-4-16,19-3 16,11 0-1,4-1-15,8 1 16,8 1 0,6 1-1,6 0-15,9 1 16,6 2-1,9-1-15,5-1 16,10-2 0,13-2-16,11-5 15,7 1 1,9 2-16,7 0 16,8 3-1,2 2-15,4-2 16,5 1-1,6-2-15,7-2 16,5 3 0,5 2-16,3 2 15,2-2 1,4 0 0,5 2-16,5-1 15,3 0 1,2-1-16,6-1 15,2 2 1,4 1-16,4 0 16,-3 0-1,-3 3-15,-3 3 16,-12 3 0,-5 3-16,-5 3 15,-5 1 1,-7 0-16,-5 2 15,-7 3 1,-8-2-16,-5-1 16,-8 4-1,-12 2-15,-9-1 16,-17-2 0,-11-1-16,-15-1 15,-15-3 1,-14 0-16,-16-4 15,-15-4 1,-17 0-16,-11-3 16,-12-2-1,-7-3 1,-8-6-16,-9-4 16,-5-4-16,-9 0 15,-5-2 1,-7-3-16,-5 0 15,-5 0 1,0 0-16,1-1 16,5 4-1,7 2-15,7 0 16,6 4-16,8 2 16,5 5-1,7 6-15,0 0 16,4 3-1,11 5-15,9 5 16,5 0 0,8 4-16,5 1 15,3 3 1,2 1-16,2 0 16,-2 3-1,-7 0 1,-3 0-16,-7 0 15,-6-1-15,-7 1 16,-8-3 0,-8 0-16,-5-1 15,-11 1 1,-9-3-16,-7-1 16,-7-2-1,-9 3-15,-10 3 16,-10-3-1,-13-16-15,13-7 16</inkml:trace>
  <inkml:trace contextRef="#ctx0" brushRef="#br3" timeOffset="-89019.64">20356 7172 0,'-21'7'0,"-10"4"0,0 7 16,5 8 0,2 5-16,-3 8 15,4 7 1,1-1-16,3-6 16,2-7-1,4-11-15,3-8 16,5-6-1,4-8-15,2-12 16,2-9 0,4-9-16,1-9 15,3-5 1,1-3-16,-1-1 16,5 5-1,3 7-15,2 11 16,3 12-16,1 11 15,3 11 1,5 9 0,2 5-16,6 3 15,4 1 1,6-5-16,3-2 16,-2-5-1,0-3-15,-12-5 16</inkml:trace>
  <inkml:trace contextRef="#ctx0" brushRef="#br3" timeOffset="-88535.32">19073 7317 0,'0'0'0,"23"18"15,14 7-15,5 3 16,3-1 0,3-3-16,-2-2 15,4-2 1,-7-5-16,-3-3 16,-7-5-1,-12-2 1</inkml:trace>
  <inkml:trace contextRef="#ctx0" brushRef="#br3" timeOffset="-88332.21">19652 7420 0,'-18'15'0,"-13"13"0,-4 9 15,-3 2 1,1 5-16,1 4 15,3-4 1,2-5-16,8-13 16,8-8-1</inkml:trace>
  <inkml:trace contextRef="#ctx0" brushRef="#br3" timeOffset="-88097.88">19191 7240 0,'-29'18'0,"-11"10"0,-8 8 15,7 9 1,5 1-16,10-3 15,14-3 1,10-11-16,4-10 16</inkml:trace>
  <inkml:trace contextRef="#ctx0" brushRef="#br3" timeOffset="-87629.18">19417 7283 0,'0'0'0,"7"17"16,5 3-16,7-4 15,9-7 1,0-9-16,1-7 16,0-7-1,-1-4-15,-3-5 16,-8 0 0,-7-2-16,-6-1 15,-4 3 1,-6 1-16,-7 4 15,-8 8 1,-5 7-16,-5 13 16,-3 11-1,-1 10-15,-1 3 16,4 2 15,6-3-31,12-7 0,11-7 16,12-12-16,4-7 15</inkml:trace>
  <inkml:trace contextRef="#ctx0" brushRef="#br3" timeOffset="-86957.38">19685 7156 0,'0'0'0,"0"0"16,0 0 0,0 0-16,0 0 15,0 0-15,0 0 16,9-17 0,1-10-16,-3-2 15,-2 3 1,-3 6-16,1 4 15,3 7 1,3 3-16,7 5 16,4 2-1,2-1-15,0-3 16,2-3 0,-1-4-16,-4-5 15,-3-4 1,-5-3-16,-6-6 15,-4-2 1,-9-4 0,-5-2-16,-10-3 15,-9 0-15,-5 3 16,-3 6 0,-3 4-16,-1 6 15,3 4 1,1 4-16,9 2 15,7 5 1,9 2-16,6 0 16,9 3-1,5 4-15,13 9 16,11 8 0,8 8-16,7 0 15,5-2 1,1-4-16,5-4 15,0-5 1,-5-3-16,-3-2 16,-5-7-1,-11-3-15</inkml:trace>
  <inkml:trace contextRef="#ctx0" brushRef="#br3" timeOffset="-86738.64">19854 6568 0,'-32'32'0,"-10"18"16,1 6-1,6 3-15,8-12 16</inkml:trace>
  <inkml:trace contextRef="#ctx0" brushRef="#br3" timeOffset="-85223.18">28933 9861 0,'-15'23'0,"-7"19"0,4 8 16,4 6-16,5 4 15,5 2 1,7-1-16,5-1 16,10-4-1,7-8-15,5-8 16,6-9 0,4-10-16,3-13 15,0-8 1,-2-8-16,-2-9 15,0-8 1,-3-13-16,-4-12 16,-7-10-1,-8-9-15,-8-3 16,-13 0-16,-8 3 16,-13 6-1,-11 7 1,-8 15-16,-11 15 15,-6 12 1,-3 12-16,2 12 16,4 7-1,6 5-15,11 6 16,15 3 0,12 3-16,16-2 15,16-2 1,17-4-16,12-7 15,12-8 1,1-12-16,-4-15 16,-15-3-1</inkml:trace>
  <inkml:trace contextRef="#ctx0" brushRef="#br3" timeOffset="-83707.72">23115 9861 0,'0'0'0,"-5"19"16,-1 15-16,1 10 15,2 5 1,1 2 0,1-2-16,-1-5 15,-1-8 1,2-8-16,1-6 15,2-3 1,-1-4-16,1-2 16,3-1-16,-1-1 15,-1-4 1</inkml:trace>
  <inkml:trace contextRef="#ctx0" brushRef="#br3" timeOffset="-83145.29">23131 10500 0,'2'30'0,"7"13"15,4 4 1,-1-3-16,0-4 16,-4-9-1,-2-5 1,-3-10-16,0-6 16,-3-10-16,-2 0 15,-7-4 1,-2-10-16,-2-6 15,1-11 1,-2-8-16,1 0 16,-1 0-1,5 7-15,4 10 16,4 8 0,6 5-16,5 3 15,6 2 1,5 2-16,4 4 15,3 2-15,2 2 16,-1-1 0,0-2-1,-5 0-15,-4 1 16,-3 0-16,-2 0 16,-4-4-1,-4-5-15,-2-2 16</inkml:trace>
  <inkml:trace contextRef="#ctx0" brushRef="#br3" timeOffset="-82879.69">23316 10347 0,'-15'-5'0,"-12"1"16,-4 4-16,-7 9 15,-3 6-15,-2 13 16,-2 6 0,-2 7-16,-1 2 15,6 0 1,4 0-16,5-4 16,8-4-1,11-5-15,13-13 16,4-8-1</inkml:trace>
  <inkml:trace contextRef="#ctx0" brushRef="#br3" timeOffset="-82192.27">25655 9811 0,'0'0'0,"6"23"0,7 11 16,1 2-1,1 1-15,-2 2 16,1 0-1,-1 2-15,-1-4 16,2 1 0,-2 2-16,1-1 15,-4-6 1,-3-11-16</inkml:trace>
  <inkml:trace contextRef="#ctx0" brushRef="#br3" timeOffset="-81629.83">25940 10628 0,'0'0'0,"-13"-4"16,-6-1-1,3-3-15,3-4 16,7-2 0,6-3-16,9-2 15,9 0 1,6 1-16,1 5 15,-2 3-15,0 8 16,-3 5 0,-6 8-16,-6 9 15,-8 9 1,-10 10-16,-11 7 16,-4 2-1,-1-4-15,1-4 16,5-6-1,5-5-15,8-4 16,3-9 0,10-6-16,5-10 15,9-9 1,3-8 0,7-5-16,6-7 15,1-4-15,3-8 16,-9 6-1,-8 11-15</inkml:trace>
  <inkml:trace contextRef="#ctx0" brushRef="#br3" timeOffset="-81192.38">26284 10500 0,'10'22'0,"-1"11"0,0-2 16,-2-5 0,-3-8-16,-2-6 15,-2-12 1,0 0-16,3-3 16,0-12-16,1-11 15,-1-7 1,0 1-1,-2 4-15,-1 10 16,2 6-16,-2 12 16,10-4-1,5 8-15,4 8 16,1 2 0,5 3-16,1 0 15,2-3 1,3-1-16,-4-3 15,-3-2 1,-5-2-16,-3-3 16,-4 0-1,0-6-15,-3-7 16,-3-2 0</inkml:trace>
  <inkml:trace contextRef="#ctx0" brushRef="#br3" timeOffset="-80848.66">26603 10253 0,'0'0'0,"0"0"0,-21 4 16,-14 5-1,-7 6 1,-3 6-16,-1 4 16,1 2-1,0 1-15,4 0 16,4-3 0,5-2-16,5-5 15,8-5 1,5-3-16,6-4 15,8-6-15,0 0 16,2-1 0,4-4-16</inkml:trace>
  <inkml:trace contextRef="#ctx0" brushRef="#br1" timeOffset="-71318.46">20205 2510 0,'0'0'0,"20"-6"16,7-4-16,3-3 16,-2 1-1,-2-1-15,-7 5 16</inkml:trace>
  <inkml:trace contextRef="#ctx0" brushRef="#br1" timeOffset="-71146.61">20717 2409 0,'27'2'0,"14"-1"16,6-3-1,-9-2-15,-13 4 16</inkml:trace>
  <inkml:trace contextRef="#ctx0" brushRef="#br1" timeOffset="-70302.95">21271 2400 0,'17'6'0,"8"4"15,7-5-15,6-3 16,11-5-1,4-1-15,-2 0 16,-11-1 0,4 1-1,8-1-15,1 2 16,3 4-16,-4 2 16,-7 4-1,-4 1-15,0 1 16,0-4-1,6-5-15,3-7 16,2-3 0,1-4-16,-3 2 15,-5 0 1,3 5-16,1 5 16,1 5-1,-1 0-15,-6 1 16,-4 1-1,-1 3-15,4-2 16,2-4 0,4-4-16,1-2 15,-1-3 1,-3 4-16,1 1 16,-1 3-1,5 1-15,-5 2 16,-4 1-1,-5 0-15,-2-2 16,5-1 0,6-3-16,-1 0 15,2-4-15,0 0 16,1-2 0,-3 1-16,0 1 15,-3 3 1,-2 2-16,-5 0 15,-1 0 1,-2 2-16,4-2 16,5-3-1,5-7-15,2-2 16,-4-3 0,-4 5-16,-4 4 15,1 5 1,-3 6-16,5 7 15,-5 0 1,-5-2-16,-2-1 16,-4-3-1,5-5-15,5-11 16,1-6 0,-5 1-16</inkml:trace>
  <inkml:trace contextRef="#ctx0" brushRef="#br1" timeOffset="-70162.34">24532 2341 0,'17'-7'0,"4"-1"0</inkml:trace>
  <inkml:trace contextRef="#ctx0" brushRef="#br1" timeOffset="-66490.88">28540 1549 0,'0'0'0,"0"0"0,0 0 15,28 21 1,16 17-16,6 12 16,2 3-1,2-4-15,-5-7 16,-5-7 0,-6-13-16,-4-8 15,-7-11 1,-5-9-16,-3-7 15,-2-9 1,-1-11-16,-5-7 16,-5-8-1,-8-9-15,-7-5 16,-7-2 0,-3 0-16,-3 8 15,-1 14 1,4 16-16,3 16 15,6 12-15,4 2 16,3-1 0</inkml:trace>
  <inkml:trace contextRef="#ctx0" brushRef="#br1" timeOffset="-66069.04">29219 1549 0,'6'36'0,"8"13"16,9-3-16,6-6 16,4-12-1,2-13-15,-1-12 16,1-10-1,-8-6-15,-3-6 16,-2-8 0,-8-4-16,-7-4 15,-9-1 1,-11 1-16,-12 3 16,-7 9-1,-7 9-15,-2 11 16,-2 13-1,5 10-15,2 7 16,8 10 0,5 2-16,10-6 15,11-16 1,4-8-16</inkml:trace>
  <inkml:trace contextRef="#ctx0" brushRef="#br1" timeOffset="-65381.62">29596 1643 0,'0'0'0,"0"0"16,19 4-1,5-2-15,2-3 16,-2-9-1,-5-6 1,-5-12-16,2-10 16,-7-6-1,-4 6-15,-3 9 16,1 14-16,-3 15 16,9 5-1,5 13 1,7 9-16,0-1 15,3-5-15,0-6 16,2-9 0,1-13-16,-3-9 15,1-6 1,-3-7-16,-2-9 16,-7-13-1,-7-7-15,-9-5 16,-11-3-1,-11 2-15,-9 3 16,-7 7 0,1 9-16,-2 11 15,5 11 1,11 12-16,9 10 16,11 6-1,10 11-15,8 9 16,9 12-1,7 10-15,4 9 16,3 3 0,2 1-1,7-7-15,-2-3 16,-1-10-16,-6-13 16,-5-10-1,-10-15-15,-6-6 16,-6-2-1</inkml:trace>
  <inkml:trace contextRef="#ctx0" brushRef="#br1" timeOffset="-65209.76">30108 1089 0,'-37'9'0,"-18"13"0,-7 9 15,2 7 1,9 0-16,13-4 16,10-9-1,11-9-15</inkml:trace>
  <inkml:trace contextRef="#ctx0" brushRef="#br1" timeOffset="-64959.79">30493 1124 0,'-29'22'0,"-8"9"0,3-7 15,10-9-15,9-6 16</inkml:trace>
  <inkml:trace contextRef="#ctx0" brushRef="#br1" timeOffset="-64756.68">30669 1260 0,'-23'16'0,"-12"9"15,-3 6-15,3-3 31,10-5-31,13-15 0,8-6 16</inkml:trace>
  <inkml:trace contextRef="#ctx0" brushRef="#br1" timeOffset="-64256.37">30736 1038 0,'0'0'0,"24"17"0,13 9 15,5 12 1,3 4 0,-1 2-16,1-7 15,-1-6 1,0-9-16,-6-5 16,-7-10-1,-6-5-15,-8-7 16,-3-5-16,-5-7 15,-2-6 1,-2-6-16,-3-7 16,-4-9-16,-6-2 15,-5 4 1,-8 1-16,-3 7 16,1 1-1,4 10 1,3 9-1,6 6-15,4 2 0,4 2 16</inkml:trace>
  <inkml:trace contextRef="#ctx0" brushRef="#br1" timeOffset="-63850.16">31440 920 0,'0'0'0,"-23"18"16,-9 12-16,0 1 16,12-3-1,14-2 1,14-5-16,14-5 15,11-3 1,1 0-16,-1-6 16,-7 0-1,-4 0-15,-9 4 16,-7 3 0,-12 4-16,-6 0 15,-9 1 1,-4-2-16,-4 0 15,2-6 1,6-11-16,7-4 16</inkml:trace>
  <inkml:trace contextRef="#ctx0" brushRef="#br1" timeOffset="-63459.58">31574 1098 0,'0'0'0,"19"-1"0,9-5 16,0 0-16,-5-2 15,-5 0 1,-6-3-16,-3-2 15,-9-3 1,-6 2-16,-6 4 16,-3 4-16,-2 5 15,2 8 1,2 7-16,2 12 16,3 5-1,6 5-15,6 4 16,7-2-1,5-5-15,7-4 16,5-5-16,6-6 16,9-10-1,0-12-15,-8-5 16</inkml:trace>
  <inkml:trace contextRef="#ctx0" brushRef="#br1" timeOffset="-63209.61">31986 1004 0,'-14'23'0,"-3"15"16,6 3-16,12-1 15,11-2 1,10-5-16,9-4 16,8-11-1,-1-12-15,-8-6 16</inkml:trace>
  <inkml:trace contextRef="#ctx0" brushRef="#br1" timeOffset="-62990.88">32396 1124 0,'0'0'0,"-23"10"16,-9 5-1,4-2-15,7-6 16,5-5-16</inkml:trace>
  <inkml:trace contextRef="#ctx0" brushRef="#br1" timeOffset="-62600.3">32447 1004 0,'0'0'0,"0"0"0,9 18 15,6 8-15,6 0 16,1-4-1,0-6-15,3-9 16,1-10 0,-4-3-16,-2-7 15,-4-2 1,-5-1-16,-4-5 16,-5-2-16,-6 3 15,-6 3 1,-6 5-16,-3 6 15,-2 8-15,-3 6 16,-1-2 0,6-4-16</inkml:trace>
  <inkml:trace contextRef="#ctx0" brushRef="#br1" timeOffset="-62428.44">32732 935 0,'9'-5'0</inkml:trace>
  <inkml:trace contextRef="#ctx0" brushRef="#br1" timeOffset="-61678.53">32724 749 0,'0'0'0,"0"0"15,0 0-15,0 0 16,0 0-16,0 0 16,18-10-1,11-4-15,5 2 16,-1 1-1,-1 4-15,-5 0 16,-4 1 0,-3 3-16,-5 3 15,-4 6 1,-1 0-16,-1 5 16,1 5-16,1 5 15,0 2-15,4 5 16,-3 2-1,0 0-15,-1 0 16,-2-1 0,-1-3-1,1 0-15,-3-6 16,-2-9 0,-1-7-16</inkml:trace>
  <inkml:trace contextRef="#ctx0" brushRef="#br1" timeOffset="-61444.18">33193 843 0,'-34'11'0,"-19"8"0,-8-1 16,11-5-16</inkml:trace>
  <inkml:trace contextRef="#ctx0" brushRef="#br1" timeOffset="-60600.52">30116 2663 0,'13'-6'0,"3"0"0,-4 3 15,-6 6 1,-7 5-16,-7 6 16,-8 6-1,-6 4-15,-3-1 16,0 1-1,3 0-15,0-7 16,6-7 0,6-5-16</inkml:trace>
  <inkml:trace contextRef="#ctx0" brushRef="#br1" timeOffset="-60366.17">30283 2910 0,'-26'20'0,"-14"10"15,-1 6 1,5 0-16,10-4 15,8-10-15,9-9 16</inkml:trace>
  <inkml:trace contextRef="#ctx0" brushRef="#br1" timeOffset="-59272.54">30259 2527 0,'0'0'0,"0"0"16,0 0-16,0 0 15,0 0 1,0 0-16,25-13 16,18-6-16,6-7 15,7-2 1,-2 2-16,-8 2 15,-4 1 1,-8 4-16,-4 3 16,-10 3-1,-5 7-15,-4 5 16,-2 3 0,-2 7-16,0 12 15,2 8 1,3 12-16,0 8 15,1 4 1,1 1-16,-1-2 16,0-2-16,1-4 15,0-4 1,0-4-16,0-2 16,-3-7-1,-3-13-15,-8-16 16,5 5-1</inkml:trace>
  <inkml:trace contextRef="#ctx0" brushRef="#br1" timeOffset="-59069.44">30854 2612 0,'-36'11'0,"-18"12"0,1 5 16,8 7-1,11-1-15,12-11 16,11-10 0</inkml:trace>
  <inkml:trace contextRef="#ctx0" brushRef="#br1" timeOffset="-58850.71">31046 2571 0,'0'0'0,"0"0"0,0 0 15,0 0 1,0 0-16,0 0 16</inkml:trace>
  <inkml:trace contextRef="#ctx0" brushRef="#br1" timeOffset="-58413.26">31399 2213 0,'-33'22'0,"-12"14"16,3-1-16,9-2 15,10-4 1,9-4-16,16-6 16,16-8-1,9-1-15,9-2 16,9-1 0,2 1-16,-4 5 15,-5 0-15,-11 4 16,-9 0-1,-11 2-15,-10 2 16,-9-2 0,-11 3-16,-6 4 15,-4 0 1,0-6-16,3-12 16,8-7-1</inkml:trace>
  <inkml:trace contextRef="#ctx0" brushRef="#br1" timeOffset="-58178.91">31676 2417 0,'15'-14'0,"12"-4"16,9 2 0,3 6-1,2-1-15,-4-2 16,-2-3 0,-9 3-16</inkml:trace>
  <inkml:trace contextRef="#ctx0" brushRef="#br1" timeOffset="-57772.71">32111 2128 0,'0'0'0,"0"0"0,0 0 15,0 0 1,2 23 0,4 9-16,9-1 15,4-8 1,6-9-16,6-11 16,0-6-16,1-4 15,-5-4 1,-3-4-16,-4-4 15,-5-6 1,-11 2-16,-8-1 16,-9-2-1,-8 2-15,-7 8 16,-9 9 0,2 7-16,-2 9 15,3 5 1,7 1-1,8-4-15</inkml:trace>
  <inkml:trace contextRef="#ctx0" brushRef="#br1" timeOffset="-57569.6">32514 2093 0,'0'0'0,"0"0"15,0 0-15,0 0 16</inkml:trace>
  <inkml:trace contextRef="#ctx0" brushRef="#br1" timeOffset="-57007.17">32320 1872 0,'0'0'0,"0"0"0,0 0 16,19-13 0,13-7-16,7 0 15,3 2-15,-2-2 16,0-1 0,-1-1-16,-6 3 15,-3-1 1,-1 4-16,-5 2 15,-3 1 1,-6 5-16,-7 3 16,-1 4-16,-2 5 15,-2 7 1,2 2 0,1 4-16,2 5 15,0 3-15,1 5 16,0 4-1,0 5-15,-1-3 16,1-2-16,1 1 16,1-3-16,-2-1 15,-3-2 1,2-1 0,-2-5-16,-2-2 15,0-2 1,2-10-16,3-11 15,0-3 1</inkml:trace>
  <inkml:trace contextRef="#ctx0" brushRef="#br1" timeOffset="-56772.42">33016 1839 0,'-31'16'0,"-23"8"16,-10 11-16,-5 6 15,-1 2 1,7-6-16,15-8 15</inkml:trace>
  <inkml:trace contextRef="#ctx0" brushRef="#br1" timeOffset="-56209.98">30778 3539 0,'-19'7'0,"-13"9"0,-5 3 16,1 3-16,3 3 16,7-2-1,11-6-15,8-7 16,5-4-16</inkml:trace>
  <inkml:trace contextRef="#ctx0" brushRef="#br1" timeOffset="-55975.23">30887 3692 0,'0'0'0,"-19"13"15,-11 5 1,1 7-16,3 3 15,4-1 1,8-2-16,6-10 16,4-5-1</inkml:trace>
  <inkml:trace contextRef="#ctx0" brushRef="#br1" timeOffset="-55319.05">31331 3089 0,'0'0'0,"-16"8"0,-13 10 16,0 12-1,1 11-15,-2 12 16,4 6-1,3 9-15,9 0 16,14-2 0,12-4-16,12-10 15,11-9 1,8-12-16,6-7 16,1-10-1,1-9-15,-2-6 16,-3-7-1,-3-6-15,-9-3 16,-8-4 0,-10 0-16,-7-4 15,-9-1 1,-8 3-16,-9 2 16,-10 6-1,-4 8-15,-4 9 16,1 9-16,-3 7 15,5 3 1,3 2-16,6 2 16,6-4-1,10-6-15,7-15 16,-2 3 0</inkml:trace>
  <inkml:trace contextRef="#ctx0" brushRef="#br1" timeOffset="-55100.33">31666 3489 0,'0'0'0,"0"0"16,0 0-16,15 9 15,5-4 1,-1-2-16,-6-2 16</inkml:trace>
  <inkml:trace contextRef="#ctx0" brushRef="#br1" timeOffset="-54397.28">31977 3089 0,'-23'8'0,"-12"8"16,-2 9-16,6 0 15,8 3 1,10-2-16,12-2 15,12-5 1,14-7-16,8-4 16,10-3-1,9-3-15,3-2 16,2 3 0,0 5-16,-7 4 15,-7 2 1,-9 6-16,-10 3 15,-13 6 1,-12 2-16,-12 1 16,-10-2-16,-8-4 15,-5-4 1,-4-6-16,5-5 16,4-5-1,9-6-15,4-7 16,6-6-1,3-4-15,6-4 16,6-6-16,4-6 16,2-6-16,-3 0 15,-1 0 1,-2 0-16,-2 2 16,-4 2-16,-4 4 15,-5 4 1,-5 10-16,-3 6 15,-2 8 1,-5 9-16,-4 5 16,-2 4-1,2 2-15,3 1 16,5-3 0,10-4-16,8-11 15,5-4 1</inkml:trace>
  <inkml:trace contextRef="#ctx0" brushRef="#br1" timeOffset="-53897.33">32271 2988 0,'0'0'0,"21"6"0,8 7 15,5 5 1,-1 7-16,2 5 16,-4 4-16,-3 1 15,0-3 1,-2 1-1,2-4-15,1-6 16,-3-5-16,-3-6 16,-3-5-1,-6-4-15,-1-7 16,2-3 0,0-3-16,-3-2 15,-1-9-15,-2-1 16,-3-8-1,-8-6-15,-4-6 16,-1-5 0,-3-3-1,-3-2-15,-1 6 16,1 3 0,-1 8-16,2 6 15,2 5-15,4 6 16</inkml:trace>
  <inkml:trace contextRef="#ctx0" brushRef="#br1" timeOffset="-52053.79">18822 2630 0,'-6'31'0,"0"21"16,7 8-1,6 7-15,9-2 16,5-4 0,10-11-16,5-12 15,2-10 1,-1-10-16,1-8 15,-2-10 1,-2-7 0,-6-5-16,-5-5 0,-4-5 15,-6-3 1,-6-3 0,-7-2-16,-6 2 15,-7 5-15,-11 4 16,-5 8-1,-5 11-15,-2 10 16,-3 6 0,5 7-16,5 5 15,10 5 1,13-5 0,6-8-16</inkml:trace>
  <inkml:trace contextRef="#ctx0" brushRef="#br1" timeOffset="-51881.93">19232 2843 0,'0'0'0,"0"0"15,0 0-15,0 0 16,0 0-1,0 0-15</inkml:trace>
  <inkml:trace contextRef="#ctx0" brushRef="#br1" timeOffset="-51241.37">19283 2527 0,'-21'11'0,"-4"9"16,6 3-16,13 1 31,13-3-31,14-10 0,16-11 15,7-10-15,8-4 16,2-2 0,-4 3-1,-6 5-15,-7 5 16,-9 5 0,-9 7-16,-8 8 15,-11 10 1,-10 3-16,-11 10 15,-10-1 1,-6-2-16,2-8 16,5-8-1,7-10-15,8-11 16,8-10-16,8-10 16,6-9-1,3-9-15,-1-6 16,0-4-16,-6-2 15,-4-1 1,-5 5 0,-6 10-16,-5 11 15,-3 13-15,-5 11 16,-7 13 0,-10 11-16,-2 7 15,0 4 1,5 2-16,13-5 15,13-4 1,12-8-16,3-9 16</inkml:trace>
  <inkml:trace contextRef="#ctx0" brushRef="#br1" timeOffset="-50757.05">19451 2382 0,'31'7'0,"10"5"0,6 6 15,2 4 1,-3-3-16,-3-2 16,-6-3-1,-3-7-15,-4-4 16,-6-3 0,-1-1-16,-8-4 15,-2 0 1,-4-3-16,-2-4 15,-4 1-15,-1-4 16,-3-2 0,-5-7-1,-2-4-15,-6-8 16,-1-4-16,-2-4 16,-2-1-1,1-1 1,3 11-16,1 9 15,7 11-15,2 7 16</inkml:trace>
  <inkml:trace contextRef="#ctx0" brushRef="#br1" timeOffset="-42023.64">20407 10090 0,'0'0'0,"0"0"15,0 0-15,0 0 16,0 0-1,0 0-15,0 0 16,0 0 0,0 0-16,2-22 15,3-14 1,1 0-16,2 0 16,2 0-1,0-1 1,1 2-16,3-5 15,0-2-15,5-4 16,3-2 0,-4-3-16,4-2 15,5-2 1,0 2-16,2-1 16,2 1-1,-1 0-15,2 0 16,3-2-1,1-1-15,3 1 16,5 2 0,0 3-1,0 3-15,0 5 16,2 2 0,3 2-16,-3 2 15,4 0 1,1 0-16,0 5 15,0 2 1,0 5-16,-2 2 31,0 2-31,-2 3 0,3 4 16,1 1 0,-1 2-16,2 1 15,-1 2 1,-1 2-16,0 3 15,3 2 1,-2 2-16,-1 4 16,-2 2-1,0 2-15,1 1 16,0 6 0,1 1-16,-1 4 15,0 2 1,-7 2-16,0 3 15,1 2 1,-2 2-16,2 1 16,-2 4-1,2 0 1,-4 1-16,1 2 16,-2 2-1,-2 2-15,-2 3 16,0 1-1,-5-2-15,0 3 16,-3-4 0,1 1-16,-1 2 15,-2 0 1,-2-1-16,-2 3 16,1 0-1,-5-1 1,-2-1-16,-4-3 15,-2 3-15,-1-2 16,-3-4 0,-1-1-1,0-4-15,2-3 16,0-5 0,-1-2-16,-1-2 15,0-9 1,-3-17-16,-1 5 15</inkml:trace>
  <inkml:trace contextRef="#ctx0" brushRef="#br1" timeOffset="-40820.65">23106 10108 0,'0'0'0,"0"0"16,0 0-16,10-19 15,5-13 1,1 0-16,-3-3 15,0 0 1,2-3-16,-3-1 31,2-2-31,0-3 0,-2-2 16,-2-2 0,-1-4-1,2-1-15,1 2 16,2-3-1,3-2-15,3-2 16,3 2 0,4 0-16,0-2 15,5 1 1,-1 3-16,0 0 16,4 3-1,2-2-15,2 0 16,2 2-1,7 1-15,1 1 16,3 2 0,3 6-1,2 3-15,-2 6 16,0 4 0,0 3-16,2 3 15,4 4 1,1 3-16,-3 5 15,3 3 1,2 4-16,1 6 16,0 3-1,1 5-15,-4 5 16,1 2 0,-1 6-16,-3 4 15,-1 2 1,-2 2-16,0 2 15,1 6 1,-2 4-16,0 4 16,0 0-1,-1 1-15,-2 4 16,-2-2 0,0 6-16,-3 0 15,-2 2 1,-1 0-16,-4-1 15,-2-1 1,-6-2-16,0 1 16,-6-3-1,-2 3 1,-2-3-16,-3 3 16,-5-3-1,-3 1-15,-1-4 16,-1 0-1,-4 0-15,-2-2 16,-4 2 0,-4 4-16,-4-4 15,-4-10 1,2-13-16</inkml:trace>
  <inkml:trace contextRef="#ctx0" brushRef="#br1" timeOffset="-39836.39">20213 8525 0,'0'0'0,"0"0"0,0 0 15,27-3 1,12-6-16,8-1 16,1-4-1,-11 4 1</inkml:trace>
  <inkml:trace contextRef="#ctx0" brushRef="#br1" timeOffset="-39664.52">20809 8433 0,'0'0'0,"31"-4"16,14-2 0,9-4-1,-10-1-15</inkml:trace>
  <inkml:trace contextRef="#ctx0" brushRef="#br1" timeOffset="-39508.29">21371 8415 0,'26'3'0,"16"0"16,7-4-16,-9-2 15</inkml:trace>
  <inkml:trace contextRef="#ctx0" brushRef="#br1" timeOffset="-39352.06">21874 8450 0,'0'0'0,"22"4"15,13 0 1,-2 0 0,-10-1-16</inkml:trace>
  <inkml:trace contextRef="#ctx0" brushRef="#br1" timeOffset="-28759.47">21630 12975 0,'0'50'0,"2"31"16,2 13-1,-2 3 1,-1 3-16,-1-1 16,0-1-1,-1-7-15,0-7 16,-3-5 0,1-7-16,-1-12 15,2-10 1,-2-7-16,-4-8 15,1-10 1</inkml:trace>
  <inkml:trace contextRef="#ctx0" brushRef="#br1" timeOffset="-28400.14">21304 14345 0,'47'-12'0,"26"-5"0,7-1 15,3 2 1,-2-2-16,-3 1 16,-3-2-1,-5-3-15,-4 1 16,-6 0 0,-10-6-16,-14 6 15,-15 9 1</inkml:trace>
  <inkml:trace contextRef="#ctx0" brushRef="#br1" timeOffset="-28040.8">21354 12925 0,'33'-6'0,"24"-6"0,10-1 16,6-2-16,6 1 15,8 1 1,6 0-16,4 4 16,0 2-1,-22 0-15</inkml:trace>
  <inkml:trace contextRef="#ctx0" brushRef="#br1" timeOffset="-27697.09">22444 13350 0,'0'0'0,"31"-4"16,14-3-1,9-3-15,5 0 16,2 3-1,-5 0-15,-3 3 16,-4 0 0,-12 2-16,-11 1 15,-10 1 1</inkml:trace>
  <inkml:trace contextRef="#ctx0" brushRef="#br1" timeOffset="-27415.87">22586 13673 0,'31'0'0,"16"-4"0,10 0 31,2 0-31,2 0 0,3 1 16,5-1 0,0-5-16,-13 0 15,-20 2 1</inkml:trace>
  <inkml:trace contextRef="#ctx0" brushRef="#br1" timeOffset="-26775.32">23928 12116 0,'0'0'0,"15"21"15,11 17-15,2 12 16,2 13 0,2 11-16,-4 7 15,0-1 1,-1 1-16,2-5 16,2-6-1,-1-5 1,1-9-16,-4-11 15,-1-7 1,-2-13-16,-2-12 16,0-8-1,-3-12-15,1-12 16,-2-15 0,-3-9-16,-2-11 15,-1-6 1,3-5-16,-3-4 15,-1-3 1,-1-2-16,-1 0 16,-1 4-16,3 4 15,2 5 1,1 5-16,2 8 16,2 6-1,1 7-15,-7 12 16,-3 7-1</inkml:trace>
  <inkml:trace contextRef="#ctx0" brushRef="#br1" timeOffset="-26212.88">23718 13316 0,'27'-1'0,"14"0"0,10-2 16,9-3 0,9-2-16,6-2 15,9-3 1,11-3-1,7 2-15,7-2 16,4 0 0,4 3-16,-3 1 15,0 2 1,-7 3 0,-11 6-16,-12 3 15,-12 4-15,-13 2 16,-13 3-1,-15-2-15,-15 2 16,-13 1-16,-16-3 16,-1-3-1</inkml:trace>
  <inkml:trace contextRef="#ctx0" brushRef="#br1" timeOffset="-25837.92">24154 13630 0,'10'55'0,"5"28"16,-2 8-16,-6 3 16,-5 0-1,-3-4-15,-2-2 16,-1-4-1,-5-7-15,0-2 16,0-10 0,-2-15-16,-1-17 15,2-13 1</inkml:trace>
  <inkml:trace contextRef="#ctx0" brushRef="#br1" timeOffset="-25103.63">24038 13725 0,'18'-38'0,"15"-13"16,9 3-1,3 7 1,6 9-16,0 10 0,2 8 16,3 8-1,3 9 1,-1 9-16,-4 6 15,-4 7-15,-8 6 16,-9 7 0,-9 5-1,-9 4-15,-12 3 16,-10 3 0,-14 5-16,-9 1 15,-9-1 1,-6-1-16,-3-5 15,0-6 1,-3-8-16,2-8 16,4-9-1,7-8-15,6-7 16,8-5-16,8-4 16,5 0-1,5-1-15,6 4 16,3 0-1,9 0-15,5 3 16,9 2 0,3 4-16,7 4 15,0 5 1,4 7-16,0 6 16,3 6-1,0 2-15,0 2 16,0 5-1,1 5-15,3 2 16,-2 1-16,-10-11 16,-6-5-1</inkml:trace>
  <inkml:trace contextRef="#ctx0" brushRef="#br1" timeOffset="12923.76">27625 6944 0,'0'0'0,"0"0"15,0 0-15,23 20 16,12 15 0,10 6-16,4 7 15,5-4 1,3-6-16,-1-8 31,-4-7-31,0-7 0,-7-7 16,-8-5-1,-7-8-15,-9-5 16,-6-11 0,-7-10-16,-5-12 15,-6-9 1,-5-6-16,-6-4 16,-6 1-1,-3 5 1,-5 5-16,-1 7 15,-2 5 1,3 7-16,1 8 16,7 6-16,9 7 15,11 10 1,2-7-16,4 4 16</inkml:trace>
  <inkml:trace contextRef="#ctx0" brushRef="#br1" timeOffset="13298.72">28732 6910 0,'0'0'0,"-21"30"15,-23 23 1,-17 22-16,-16 11 16,-13 8-1,-1 1-15,2 2 16,3-3-1,5-3 1,9-10-16,9-10 16,14-13-1,14-14-15,11-14 16,11-12-16</inkml:trace>
  <inkml:trace contextRef="#ctx0" brushRef="#br1" timeOffset="13595.56">28204 7701 0,'17'19'0,"12"13"16,7 6-1,6 2-15,3 0 16,6-1 0,2 2-16,-1 4 15,-2-5 1,-6-2-16,-4-4 16,-5-3-1,-10-11-15,-10-7 16</inkml:trace>
  <inkml:trace contextRef="#ctx0" brushRef="#br1" timeOffset="14064.26">28447 7845 0,'-25'-43'0,"-4"-16"16,6 2-16,14 4 16,15 8-1,14 6-15,10 7 16,7 5 0,2 10-1,0 12-15,-5 12 16,-11 14-16,-6 16 15,-14 13 1,-9 13-16,-9 4 16,-4 1-1,0-4-15,6-11 16,5-12 0,9-13-16,10-13 15,10-14 1,13-18-1,12-14-15,10-10 16,3-8 0,0 0-16,1 2 15,-8 2 1,-11 0-16,-12 10 16</inkml:trace>
  <inkml:trace contextRef="#ctx0" brushRef="#br1" timeOffset="14361.1">29060 6645 0,'-22'19'0,"-5"7"0,8 1 16,8-12-1,4-6-15</inkml:trace>
  <inkml:trace contextRef="#ctx0" brushRef="#br1" timeOffset="14532.95">29152 6799 0,'-16'21'0,"-4"9"0,5-5 15,5-10 1</inkml:trace>
  <inkml:trace contextRef="#ctx0" brushRef="#br1" timeOffset="15985.92">29025 5675 0,'-8'27'0,"-2"23"15,6 16 1,9 15-16,10 7 15,10-3 1,10-7-16,7-12 16,5-17-1,3-14-15,-4-14 16,-1-9 0,-4-13-16,-4-10 15,-7-6 1,-6-10-16,-7-7 15,-9-4 1,-12 0 0,-14 6-16,-10 4 15,-1 13 1,-4 11-16,0 8 16,3 10-16,4 11 15,10 3 1,6-6-1,3-8-15</inkml:trace>
  <inkml:trace contextRef="#ctx0" brushRef="#br1" timeOffset="16173.4">29554 5947 0,'0'0'0,"0"0"0,0 0 16,0 0-16,0 0 15,11-8 1,3-12-16</inkml:trace>
  <inkml:trace contextRef="#ctx0" brushRef="#br1" timeOffset="16813.95">29588 5454 0,'-26'10'0,"-5"9"16,5 9-16,12 3 15,17 0 1,18-8-16,18-8 16,12-8-1,14-5-15,5 1 16,2-1 0,-3 0-1,-8 3-15,-11 1 16,-11 6-1,-11 1-15,-12 6 16,-13 6-16,-13 3 16,-9 5-1,-13 1-15,-7 0 16,-1-5 0,2-9-16,6-6 15,8-12-15,6-14 16,9-12-1,6-16-15,5-12 16,0-10 0,0 0-16,-2 1 15,-3 3-15,-3 8 16,-4 9 0,-8 8-1,-7 13-15,-7 13 16,-6 10-1,-1 12-15,2 7 16,4 11 0,8 8-16,13 7 15,15 2 1,15-6-16,1-12 16</inkml:trace>
  <inkml:trace contextRef="#ctx0" brushRef="#br1" timeOffset="17204.54">30434 5658 0,'0'0'0,"0"0"15,-3 25-15,-11 18 16,-14 12 0,-16 10-16,-10 7 15,-13 7 1,-7 5-16,-9 6 16,-8 11 15,-1 3-31,-1 1 0,2-6 15,10-10-15,14-13 16,12-17 0,16-16-16,15-14 15,14-12 1,17-15-16,4-18 16,0-2-1</inkml:trace>
  <inkml:trace contextRef="#ctx0" brushRef="#br1" timeOffset="17548.25">29931 6543 0,'0'0'0,"17"24"16,14 9-16,6 7 16,4 5-1,1-1-15,4 0 16,3 0 0,-2-3-16,-4-2 15,-4-5 1,-6-5-16,-5-4 15,-6 0 1,-4-5 0,-4-8-16,-2-8 15,-8-13-15,-3-1 16</inkml:trace>
  <inkml:trace contextRef="#ctx0" brushRef="#br1" timeOffset="17907.58">30283 6432 0,'0'0'0,"0"0"0,0 0 16,16 21-1,7 16-15,8 9 16,3 6 0,2 1-16,1-4 15,0-5 1,-3-5-16,-4-8 16,-5-4-16,-4-5 15,-3-3 1,-5-5-16,-5-3 15,-8-11 1,6 0-16,-2-8 16,-5-10-1,-2-1-15,1 5 16</inkml:trace>
  <inkml:trace contextRef="#ctx0" brushRef="#br1" timeOffset="18298.16">30669 6366 0,'0'0'0,"0"0"0,-19 26 0,-11 16 15,-2 8 1,3 0-16,4-3 15,7-8-15,5-7 16,8-6 0,7-5-16,9-8 15,9-6 1,9-7-16,7-9 16,9-6-1,7-5-15,3 1 16,3-2-1,-1 3-15,-5 4 16,-3 6 0,-6 8-16,-9 4 15,-10 4 1,-9 1-16</inkml:trace>
  <inkml:trace contextRef="#ctx0" brushRef="#br1" timeOffset="18782.55">30200 8415 0,'-21'18'0,"-12"9"0,-1 3 15,2 1 1,8-5-16,7-2 15,5-3 1,4-3-16,5-1 16,4-5-1,1-4-15</inkml:trace>
  <inkml:trace contextRef="#ctx0" brushRef="#br1" timeOffset="19016.9">30326 8610 0,'0'0'0,"-18"18"16,-5 12-1,-2 4-15,-4 4 16,4 3-1,3-1 1,2-5-16,6-7 16,4-9-16</inkml:trace>
  <inkml:trace contextRef="#ctx0" brushRef="#br1" timeOffset="19844.93">30661 7650 0,'-25'39'0,"-5"24"0,6 13 16,14 4 0,11 4-16,8 0 15,12 1-15,12-8 16,6-6 0,3-11-16,3-14 15,0-12 1,0-13-16,-2-12 15,-1-9 1,-6-9 0,-1-11-16,-7-7 15,-6-8 1,-5-4-16,-9-3 16,-6 1-1,-7 4-15,-8 7 16,-7 6-1,-5 7-15,-3 5 16,-1 6 0,-1 9-16,2 7 15,2 7 1,3 3-16,2 3 16,10-2-1,5-6-15,3-6 16,2-2-1</inkml:trace>
  <inkml:trace contextRef="#ctx0" brushRef="#br1" timeOffset="20048.04">31113 8049 0,'0'0'0,"0"0"16,0 0-16,0 0 15,0 0 1,0 0-16</inkml:trace>
  <inkml:trace contextRef="#ctx0" brushRef="#br1" timeOffset="20782.32">31156 7462 0,'-30'25'0,"-9"10"15,7-1-15,14-2 16,14-7 0,16-9-16,13-6 15,15-6 1,10-5-16,2-1 15,5 2 1,-3 2-16,-3 5 16,-8 3-1,-2 8-15,-6 5 16,-8 7 0,-8 1-16,-14 5 15,-13 1 1,-12-1-16,-5-3 15,-6-5 1,-4-7-16,6-9 16,6-10-1,5-11-15,10-13 16,7-13 0,3-13-1,3-10-15,0-2 16,-2-3-16,-2 2 15,-7 2 1,-4 9 0,-6 9-16,-3 9 15,-5 11 1,-4 9-16,-3 7 16,-4 14-1,0 5-15,0 7 16,4 7-1,6 3-15,8 2 16,6-2-16,10-3 16,5-10-1,1-7-15</inkml:trace>
  <inkml:trace contextRef="#ctx0" brushRef="#br1" timeOffset="21547.87">31515 7360 0,'0'0'0,"0"0"15,25 16-15,9 6 16,3 2 0,-2 0-16,-3-5 15,-8-3 1,-6-5-16,-7-5 16,-11-6-1,0 0-15,2-1 16,-6-9-16,-6-8 15,-2-8 1,-3-9-16,2-2 16,-2-2-1,0 2-15,5 6 16,4 7 0,6 6-1,8 7-15,8 7 16,7 10-16,4 5 15,4 3 1,2 4-16,-2-3 16,-6 0-1,-5-4-15,-6-5 16,-14-6 0,0 0-16,0 0 15,5-3 1,-9-11-16,-7-12 15,-1-10 1,-3-5-16,3-1 16,5 7-1,2 7-15,6 6 16,4 5 0,5 7-16,9 5 15,3 5 1,7 3-16,4 6 15,1 5 1,0 4-16,-4 3 16,-4 2-1,-1 3 1,-3-3-16,-7-7 16</inkml:trace>
  <inkml:trace contextRef="#ctx0" brushRef="#br1" timeOffset="22094.69">32412 7215 0,'-4'-16'0,"-3"-11"0,-5-5 15,-4-2 1,-1-1-16,-5-5 16,-2-4-1,-2-4-15,1-5 16,3-2 0,-1-3-16,4 0 15,8 4 1,7 0-16,4 4 15,6 7 1,7 8-16,4 9 16,1 11-1,6 9-15,5 13 16,8 11 0,5 14-16,3 9 15,2 6 1,-3 5-16,2 2 15,-4 2 1,-6-5 0,-5-5-16,-6-7 15,-7-5-15,-6-7 16,-1 1 0,-6-6-16,-5-9 15,-4-12 1,-3-4-16</inkml:trace>
  <inkml:trace contextRef="#ctx0" brushRef="#br1" timeOffset="22344.66">32573 6833 0,'-17'-1'0,"-11"4"16,-5 12-16,-4 7 16,-4 8-16,-3 3 15,-2 3 1,1 3-16,6-1 16,3-4-1,0-11-15,7-7 16</inkml:trace>
  <inkml:trace contextRef="#ctx0" brushRef="#br1" timeOffset="23063.33">27768 7964 0,'-23'18'0,"-9"9"16,-3 6-1,5-1-15,6-2 16,6-6 0,6-10-1</inkml:trace>
  <inkml:trace contextRef="#ctx0" brushRef="#br1" timeOffset="23297.68">27751 8168 0,'-16'21'0,"-10"12"16,-6 4 0,0 5-16,0 0 15,3-7 1,7-11-16</inkml:trace>
  <inkml:trace contextRef="#ctx0" brushRef="#br1" timeOffset="23735.12">27031 8433 0,'0'0'0,"13"16"0,8 9 15,7 5 1,6 4 0,0-1-16,5 2 15,2 2 1,3-3-16,-2-3 16,0-3-1,1-6-15,-2-5 16,-7-5-1,-13-6-15</inkml:trace>
  <inkml:trace contextRef="#ctx0" brushRef="#br1" timeOffset="23923.04">27726 8798 0,'-20'24'0,"-12"12"16,-4 5 0,1 0-16,4-3 15,-1-7 1,1-9-16,5-7 16</inkml:trace>
  <inkml:trace contextRef="#ctx0" brushRef="#br1" timeOffset="24251.12">27257 8245 0,'-36'27'0,"-18"17"16,-3 12-1,-1 7 1,4 2-16,0 0 15,14-15 1</inkml:trace>
  <inkml:trace contextRef="#ctx0" brushRef="#br1" timeOffset="31125.44">20608 7607 0,'0'0'0,"0"0"16,-4 22-16,-2 19 16,3 6-1,5 6-15,7 7 16,9 3-1,3 3-15,5-3 16,1-9 0,1-10-16,3-15 15,-1-8 1,2-17-16,-1-14 16,2-18-1,0-9-15,-5-8 16,-2-3-1,-11 1 1,-9 4-16,-15 8 16,-8 10-16,-8 11 15,-8 11 1,-4 9 0,0 4-16,2 7 15,8 4 1,8 3-16,5-2 15,8-4 1</inkml:trace>
  <inkml:trace contextRef="#ctx0" brushRef="#br1" timeOffset="31328.54">21110 7692 0,'0'0'0,"0"0"0,0 0 16,0 0 0,0 0-16</inkml:trace>
  <inkml:trace contextRef="#ctx0" brushRef="#br1" timeOffset="32000.34">21145 7267 0,'-23'28'0,"-6"11"15,9-3-15,13-9 16,12-10 0,14-9-16,15-9 15,10-6 1,7-1-16,1 1 15,-3 3 1,1 2-16,-7 7 16,-5 5-1,-12 6-15,-10 8 16,-16 9 0,-15 3-16,-9-2 15,-6-3 1,-3-7-16,3-10 15,3-9 1,7-9-16,7-9 16,5-10-1,7-12-15,7-10 16,3-6 0,3-2-16,-1-1 15,-4 5 1,-3 4-16,-10 7 15,-7 8 1,-3 11-16,-5 10 16,-5 11-1,0 9-15,-1 9 16,-2 8 0,4 6-16,6 0 15,7 4 1,6-10-16,4-9 15</inkml:trace>
  <inkml:trace contextRef="#ctx0" brushRef="#br1" timeOffset="32765.88">21514 7199 0,'0'0'0,"18"14"15,9 9 1,7 4-1,-3-2-15,-1 0 16,-5-4 0,-4-3-16,-5-7 15,-4-3-15,-12-8 16,0 0 0,3-1-16,-6-8 15,-3-6 1,0-11-16,-2-5 15,0-6 1,1-4-16,1 5 16,3 4-1,5 9-15,6 6 16,7 9 0,8 8-1,5 9 1,4 4-16,-1 5 15,-1 1-15,-4-2 16,-5-3 0,-6-4-16,-5-2 15,-3-2 1,-7-6-16,1-4 16,-2-8-1,-5-10-15,-3-8 16,-2-5-1,-1-3-15,2 1 16,3 8 0,4 6-16,3 9 15,6 6 1,7 7-16,5 8 16,7 5-1,4 6-15,2 5 16,0 0-1,-1 0-15,-6-5 16,-6-6 0</inkml:trace>
  <inkml:trace contextRef="#ctx0" brushRef="#br1" timeOffset="33312.68">22377 7131 0,'0'0'0,"-10"-16"32,-5-7-32,-7-7 0,-2-2 15,-1-3 1,1-4-16,-5-3 15,3 0 1,3-3-16,1 0 16,7 0-1,3 1-15,7 8 16,6 3 0,8 8-16,6 6 15,7 2 1,3 10-16,2 6 15,5 9 1,1 6-16,2 7 16,1 6-1,0 8-15,0 1 16,0 1 0,-5-2-16,-5 0 15,-3-4 1,-4-1-16,-5-4 15,-2-5 1,-4-3-16,-3-1 16,-2-4-1,-3-13-15,0 0 16,-1 5 0</inkml:trace>
  <inkml:trace contextRef="#ctx0" brushRef="#br1" timeOffset="33609.54">22503 6782 0,'0'0'0,"-14"8"15,-7 6 1,-6 4-16,1 3 15,2 0 1,0 1-16,3-2 16,4-4-1,7-7-15,2-2 16,8-7-16,0 0 16,4 8-1,4-2-15,0-2 16,-2-1-1</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8:37:30.502"/>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
  </inkml:definitions>
  <inkml:trace contextRef="#ctx0" brushRef="#br0">4870 4424 0,'-3'-25'0,"-4"-1"0,2 13 15,-1 21-15,0 23 16,0 26 0,-4 25-1,-3 25-15,-3 20 16,-8 19-1,1 15-15,0 3 16,-5-1 0,6-6-16,3-11 15,4-8 1,1-13-16,5-12 16,2-18-1,-5-16-15,4-20 16,2-18-1,-2-16-15,-6-9 16,-1-9-16,-8-7 16,-13-5-1,-8-3-15,-13 3 16,-13 6 0,-9 11-16,-6 14 15,-4 14 1,1 16-1,-1 19-15,7 16 16,8 16-16,7 10 16,13 6-1,16 8 1,18 4-16,22 2 16,18 1-1,22-2-15,17-8 16,23-14-1,15-23-15,21-25 16,12-22 0,9-23-16,1-21 15,-1-20 1,-8-18-16,-10-18 16,-11-20-1,-14-13-15,-13-15 16,-12-13-1,-11-14-15,-13-8 16,-11-4 0,-14-2-16,-16 3 15,-15-1 1,-14 8-16,-16 12 16,-14 16-1,-12 14 1,-10 15-16,-2 17 15,4 19-15,2 17 16,4 18 0,4 18-16,2 23 15,0 16 1,13-7-16</inkml:trace>
  <inkml:trace contextRef="#ctx0" brushRef="#br0" timeOffset="562.41">3982 7590 0,'-10'-45'0,"1"-25"0,9-2 16,13 8-16,10 11 16,8 12-1,7 15 1,4 13-16,5 18 15,2 13 1,0 10-16,2 8 16,-5-1-1,-3-3-15,-4-4 16,-4-7 0,-2-8-16,-3-9 15,-2-13-15,-2-16 16,4-17-1,0-15-15,4-14 16,-4-11 0,-5-8-16,-10 0 15,-5 9 1,-6 16 0,-5 22-16,-3 21 15,-4 21 1,1 8-16,-12 8 15</inkml:trace>
  <inkml:trace contextRef="#ctx0" brushRef="#br0" timeOffset="968.64">4536 8176 0,'-10'138'0,"0"59"0,5 6 15,8-6 1,5-5-16,4 4 16,-1 4-1,0 6-15,-5 2 16,0-2 15,4-5-31,-2-12 0,6-16 16,7-25-1,9-31-15,7-36 16,7-44 0,-10-23-16</inkml:trace>
  <inkml:trace contextRef="#ctx0" brushRef="#br0" timeOffset="4030.8">4854 4331 0,'0'0'0,"22"2"16,18 3-16,10 2 15,14-2 1,13-2-16,12-1 16,9-5-1,16-6-15,8-4 16,14-4-1,5-1-15,12-3 16,9-1 0,3 0-16,4 1 15,-1-1 1,-2 2-16,-2 0 16,-4 0-1,-6 2-15,-10 1 16,-10 5-1,-13 3 1,-15 6-16,-17 5 16,-16 7-16,-17 5 15,-11 11 1,-9 7-16,-5 11 16,-1 15-1,-5 12 1,-1 13-16,-5 11 15,-7 8 1,-6 11-16,-3 4 16,-3 2-1,-3 2-15,0-9 16,0-6 0,3-12-16,0-9 15,-1-11 1,0-12-16,-1-14 15,-2-14 1,3-12-16,0-8 16,1-14-1,-1 0-15,-1-12 16,1-11 0,1-9-16,6-8 15,7-5 1,11-3-1,12 2-15,11 6 16,12 8-16,13 11 16,8 12-1,14 12-15,6 13 16,1 8 0,-4 9-16,-8 14 15,-14 10 1,-19 11-16,-22 7 15,-21 10 1,-26 3-16,-23 2 16,-23-7-1,-26-8-15,-23-6 16,-21-10 0,-14-8-16,-2-14 15,12-12 1,12-15-16,19-17 15,16-15 1,19-15 0,21-12-16,26-4 15,25-5 1,27 4 0,31 5-16,26 11 15,21 12-15,16 16 16,8 15-1,-3 16-15,-3 19 16,-8 17 0,-18 16-16,-18 17 15,-27 8 1,-30 2-16,-26-4 16,-23-10-1,-31-10-15,-29-13 16,-31-12-1,-26-9-15,-19-12 16,-7-5 0,1-11-16,13-11 15,23-9 1,24-12-16,28-14 16,27-12-1,28-9-15,30-4 16,32-1-1,28 8-15,28 8 16,18 16 0,12 20-16,8 19 15,-1 16 1,-5 20-16,-17 13 16,-19 11-1,-19 5 1,-21 4-16,-22 3 15,-18-5 1,-22-4-16,-19-7 16,-23-10-1,-23-11-15,-17-11 16,-15-10 0,-12-12-16,-4-10 15,0-7 1,8-8-1,19-10-15,23-8 16,26-8-16,20-6 16,25-5-1,25-5-15,26-2 16,21 4 0,18 11-16,15 14 15,0 21 1,-1 20-16,0 17 15,-9 13 1,-13 12 0,-13 13-16,-21 8 15,-22 4 1,-19 2-16,-17-1 16,-18-3-1,-18-3-15,-15-10 16,-11-10-1,-12-7-15,-6-9 16,-5-11 0,9-8-16,16-10 15,20-8 1,18-7-16,20-12 16,21-9-1,25-8-15,22-7 16,20 2-1,16 7-15,5 9 16,2 12 0,-7 15-16,-13 14 15,-13 10 1,-17 9-16,-21 12 16,-22 7-1,-25 6-15,-22 9 16,-21 6-1,-16 5-15,-6 5 16,-1 7 0,7 4-16,13 0 15,19 0 1,17 2 0,15 7-16,17 4 15,17-1 1,4 1-1,8-3-15,8-1 16,-4-3-16,-1-5 16,-3-5-1,-6 0-15,-5-5 16,-8-9 0,-12-7-16,-10-7 15,-13-6 1,-12-7-16,-13-1 15,-11-7 1,-13-8-16,-14-4 16,-11-4-1,-13-4-15,-12-1 16,-11 0 0,-13-3-16,-5 0 15,-4-2 1,-5-1-16,-1 2 15,0-5 1,0-2-16,3-1 16,3-2-1,1 0-15,5-1 16,3 3 0,6 4-16,3 0 15,3 0 1,3 0-1,7 0-15,4 0 16,7-3-16,9-2 16,9-2-1,10-4-15,16-5 16,15-1 0,15-2-16,14-7 15,10-3 1</inkml:trace>
  <inkml:trace contextRef="#ctx0" brushRef="#br0" timeOffset="10983.16">15972 3005 0,'0'0'0,"0"0"16,0 0-16,-1 29 15,1 24 1,3 17-16,3 17 15,0 10 1,0 7-16,0 3 16,-2 2-16,-3 1 15,-4 0 1,-2 0 0,-3-2-16,-5-4 15,2-7-15,3-9 16,1-13-1,3-15-15,2-16 16,-3-20 0,0-12-16</inkml:trace>
  <inkml:trace contextRef="#ctx0" brushRef="#br0" timeOffset="11639.34">15937 3064 0,'0'0'0,"27"14"0,19 7 16,12 2-16,15 3 15,8 1 1,5-2-16,-2 1 16,0-2-1,-4-1 1,-3-3-16,-4-4 16,0 2-16,-1 0 15,-5 3 1,-5-2-16,-9 2 15,-12 2 1,-10 3 0,-10 5-16,-12 3 15,-13 9 1,-14 7-16,-20 7 16,-15 10-16,-17 7 15,-12 7 1,-13 6-16,-7 7 15,1 7 1,-1 9-16,7-1 16,6 0-1,12-9-15,12-13 16,19-24 0</inkml:trace>
  <inkml:trace contextRef="#ctx0" brushRef="#br0" timeOffset="12201.78">17238 2944 0,'0'0'0,"6"44"15,1 29 1,-2 21-16,-5 19 16,-4 15-1,-11 9 1,-4 8-16,-1 0 15,-1-8 1,3-8-16,2-11 16,4-10-1,1-9-15,2-7 16,-1-5 0,-1-6-16,-5-8 15,-6-8 1,2-17-16,6-19 15</inkml:trace>
  <inkml:trace contextRef="#ctx0" brushRef="#br0" timeOffset="15326.43">17212 3599 0,'29'-10'0,"19"-2"0,14 1 16,8 5 0,1-1-16,2 3 15,6 1 1,5-4-16,6 2 15,6-1 1,2 0-16,3 2 16,2-1-1,0 1-15,-6 4 16,-6-2 0,-9 2-16,-9 0 15,-5 3 1,-9 3-16,-6 3 15,-9-1 1,-4 1-16,-6-1 16,-7 5-1,-5 2 1,-4 4-16,-8 7 16,-4 4-16,-4 6 15,-2 6 1,-4 7-16,-1 3 15,1 7 1,1 4-16,2 3 16,0 5-1,-1 4-15,-1 7 16,3 6 0,-6 3-16,3 0 15,3 3 1,-1-2-16,1-1 15,0-5 1,2-5 0,5-6-16,-1-7 15,2-8 1,-2-5-16,-2-6 16,-2-5-1,0-5-15,-2-6 16,0-5-1,0-2-15,-4-7 16,1-4 0,-2-2-16,1-3 15,-2-2 1,0-1-16,-2 1 16,1-2-16,-2-1 15,2-1 1,0 2-16,1-3 15,0 2 1,6-5-16,-4 7 16,0 2-1,0 2-15,3 2 16,3 3 0,0 5-16,2 0 15,-1 1 1,0 6-16,0 2 15,2 0 1,2 4-16,0 3 16,-1 5-1,-1 1-15,1 1 16,2 1 0,-1 1-16,-2 4 15,-1 0 1,1-1-1,-2 2-15,3-1 16,-3-1-16,2 0 16,0 1-1,2 1-15,-1-1 16,-3-1 0,0-2-1,0-2-15,0-3 16,1-2-1,0-5-15,-1-4 16,0-2 0,-2-3-16,1-5 15,0-3 1,-1-4-16,-1-5 16,-3 0-1,-2 0-15,-3-4 16,-3-2-1,-9-3-15,-7 0 16,-9 0 0,-4 0-16,-8 3 15,-4 1 1,2 3-16,1 0 16,7 4-1,11-3-15,9 4 16,10 0-16,12 3 15,12 3 1,17 1 0,18-4-16,19-3 15,9 0 1,4-3-16,-5-2 16,-8 0-1,-12-3-15,-13 0 16,-13-1-1,-11 1-15,-17-4 16,2 6-16,-8 1 16,-12 5-1,-10 0-15,-6 3 16,0-3 0,2-3-1,10-3 1,6 1-16,5-3 0,11-4 15,0 0 1,0 0-16,0 0 16,0 0-1,0 0-15,0 0 16,0 0 0,0 7-16,5-1 15,3-1 1,-8-5-16,0 0 15,0 0-15,0 0 16,8 6 0,-8-6-16,0 0 15,8 5 1,-8-5-16,0 0 16,6 7-1,0-1-15,-6-6 16,0 0-1,2 7-15,-1 1 16,-1 2 0,0-2-16,0-8 15,0 10 1,0 0-16,0-1 16,0 2-16,-1-1 15,-2 3 1,1-1-16,1 3 15,0 1 1,1 1-16,0 5 16,0 3-1,0 4-15,0 3 16,0 4 0,0 0-16,0 3 15,2 4 1,1 4-16,0 1 15,0 3 1,-1 5-16,-1 3 16,4 4-1,0-1-15,-2 3 16,3 1 0,1 4-1,-1 1-15,-1 0 16,0-1-16,0-1 15,1-1 1,1 1-16,-1 1 16,0 3-1,2 3-15,1 2 16,-3-1 0,1 1-16,1-2 15,-1-1 1,-2 0-16,1-3 15,2-1 1,2-2-16,2-1 16,-1-3-1,1-6-15,0-2 32,3-4-32,-6-6 15,-4-7-15,-2-5 16,-3-4-1,-5-3-15,-4-3 16,-7-3 0,-8-4-16,-8-3 15,-8-5-15,-11-3 16,-12-6 0,-10 2-16,-10-3 15,-8 0 1,-9 0-16,-7-1 15,-8-1 1,-8 1-16,-3 4 16,-5-2-1,-5 3-15,-1 2 16,-3 2 0,2 2-1,0 1-15,4 4 16,6 2-1,7 1-15,7-2 16,7-2 0,10 1-16,12-1 15,12-2 1,13-3 0,15-3-16,13-4 15,13-10-15,13-12 16,12-14-1,4 3-15</inkml:trace>
  <inkml:trace contextRef="#ctx0" brushRef="#br0" timeOffset="16013.84">19669 6637 0,'0'0'0,"0"0"0,18 33 15,10 29 1,-2 19-16,-5 15 15,-6 9 1,-4 0-16,0-6 16,-3-11-1,4-15-15,-2-13 16,-1-11 0,3-9-16,-4-10 15,-2-9 1,-3-5-16,-3-16 15,-4 4 1,-7-12-16,-10-12 16,2 0-1,6 5-15</inkml:trace>
  <inkml:trace contextRef="#ctx0" brushRef="#br0" timeOffset="16654.41">19585 6910 0,'9'-70'0,"12"-26"0,8 0 16,7 13 0,7 15-16,5 17 15,5 14 1,7 14-16,5 13 15,1 15 1,-1 14 0,-6 15-16,-5 11 15,-11 14 1,-10 10-16,-9 6 16,-12 0-1,-15-5-15,-10-8 16,-12-8-1,-10-11-15,-10-5 16,-2-8 0,-3-6-16,3-8 15,4-5 1,3-2 0,3-6-16,2-4 15,8-5-15,4-2 16,5 1-1,6 2-15,12 5 16,0 0 0,3 2-16,12 6 15,9 6 1,6 5-16,6 4 16,1-1-1,0 0-15,3-1 16,0 0-1,-1 0-15,4-3 16,5 0 0,2-2-16,1-2 15,-2-5 1,-4-12-16,-12-14 16,-10 1-1</inkml:trace>
  <inkml:trace contextRef="#ctx0" brushRef="#br1" timeOffset="43354.75">20751 4620 0,'-13'40'0,"-6"25"15,0 17-15,7 11 16,6 11-1,1 9-15,5 12 16,6 12 0,2 11-16,1 11 15,0 10 1,-2 5-16,-2 6 16,0 5-1,0 0-15,0 1 16,3 1-1,-2-1-15,0-3 16,1-4 0,1-8-16,-5-11 15,-5-13-15,6-12 16,-2-15 0,-2-19-16,-1-20 15,-4-20 1,-1-15-16,0-16 15,-3-14 1,-6-13-16,-4-14 16,-4-15-1,-6-12-15,-2-5 16,0 1 0,5 9-1,4 15-15,7 20 16,6 26-16,5 25 15,6 18 1,9 14-16,11 7 16,12 2-1,4-11-15,3-16 16,3-24 0,-1-29-16,-1-27 15,-2-33 1,-3-36-16,-6-39 15,-13-44 1,-12-30-16,-7-28 16,-3 40-1</inkml:trace>
  <inkml:trace contextRef="#ctx0" brushRef="#br1" timeOffset="43979.68">20684 4638 0,'-22'5'0,"-10"8"16,-2 7 0,-1 10-16,1 7 15,1 0 1,5-3-16,1-9 16,8-7-1,7-9-15,4-10 16,12-9-1,7-7-15,4-9 16,7-4-16,3-2 16,4 6-1,4 3-15,3 6 16,2 8 0,2 5-16,3 10 15,0 8 1,0 12-16,-2 8 15,-1 7 1,2-4-16,-3-11 16,-8-11-1</inkml:trace>
  <inkml:trace contextRef="#ctx0" brushRef="#br1" timeOffset="44495.25">20533 3897 0,'17'32'0,"15"19"0,16 3 16,9-7 0,7-10-16,3-5 15,0-11 1,-5-8-1,-9-6-15,-16-6 16,-11-2-16,-13-5 16,-7-9-1,-10-9-15,-5-15 16,-2-8 0,-5-8-16,-4-7 15,-5-1-15,-8 2 16,-1 5-1,-2 7 1,1 9-16,6 14 16,7 9-16,6 7 15,7 4 1</inkml:trace>
  <inkml:trace contextRef="#ctx0" brushRef="#br1" timeOffset="44901.45">20985 3735 0,'18'24'0,"7"13"0,4-1 16,-2-7-1,1-10 1,0-8-16,2-8 15,-1-9 1,-5-7-16,-3-6 16,-7-10-1,-3-3-15,-5-7 16,-6 1-16,-6-1 16,-12 4-1,-7 3-15,-5 10 16,-5 10-1,-1 11-15,0 6 16,5 7 0,8 9-16,8 7 15,7 2 1,7-5-16,1-8 16</inkml:trace>
  <inkml:trace contextRef="#ctx0" brushRef="#br1" timeOffset="45557.63">21346 3667 0,'0'0'0,"14"-12"16,3-6-16,-1-8 15,-4-3 1,-4-2 0,-3 4-16,-2 5 15,0 6 1,3 9-16,4 6 16,5 7-1,5 7-15,4 1 16,4 0-1,1-6-15,0-5 16,1-7-16,-1-8 16,-3-8-1,-6-9-15,-2-8 16,-4-9 0,-7-10-16,-10-6 15,-10-2 1,-7-1-1,-9 2-15,-6 4 16,0 9 0,0 8-16,3 9 15,4 10-15,6 8 16,10 8 0,12 7-16,2 8 15,11 10 1,12 13-16,8 9 15,6 7 1,1 2-16,1 1 16,-4-7-1,1-7-15,-8-5 16,-2-9 0,-3-7-16,-1-7 15,-6-5 1,-6-1-16</inkml:trace>
  <inkml:trace contextRef="#ctx0" brushRef="#br1" timeOffset="45745.11">21799 2936 0,'-49'19'0,"-29"19"15,-8 9 1,1 12-16,0 1 16,8 7-16,20-11 15</inkml:trace>
  <inkml:trace contextRef="#ctx0" brushRef="#br1" timeOffset="46510.65">18847 4442 0,'0'0'0,"0"0"0,0 0 16,11 31-16,6 19 16,1 12-1,1 10-15,-4 1 16,-2-5 0,0-10-16,-2-11 15,0-11 1,1-8-16,-2-8 15,3-5 1,0-7-16,-2-9 16,2-13-1,3-11-15,4-13 16,4-14 0,1-7-16,2 1 15,4 1 1,-2 3-16,3 2 15,-1 4 1,2 7-16,2 0 16,-1 6-1,-5 0-15,-8 9 16,-9 8 0</inkml:trace>
  <inkml:trace contextRef="#ctx0" brushRef="#br1" timeOffset="46776.25">19501 3812 0,'0'0'0,"0"0"15,0 0 1,24 9-16,13 12 16,6 7-1,4 5-15,3 2 16,-2-5 0,-9-5-16</inkml:trace>
  <inkml:trace contextRef="#ctx0" brushRef="#br1" timeOffset="47026.21">20021 3932 0,'0'0'0,"0"0"0,0 0 15,-19 21-15,-10 17 16,-1 8-1,-2 6 1,-4 5-16,0-8 16,2-4-1,1-17-15,6-12 16,10-7 0</inkml:trace>
  <inkml:trace contextRef="#ctx0" brushRef="#br1" timeOffset="47244.95">19560 3684 0,'-27'18'0,"-12"14"16,-1 7-1,2 7-15,8 1 16,14-6 0,12-7-16,11-16 15,2-9 1</inkml:trace>
  <inkml:trace contextRef="#ctx0" brushRef="#br1" timeOffset="47729.27">19828 3616 0,'0'0'0,"-1"28"0,3 12 15,4 3 1,10-6-16,2-6 16,6-11-1,2-7-15,4-11 16,-3-7 0,1-8-16,-7-10 15,1-10 1,0-5-16,-5-5 15,-6 0 1,-8 1-16,-7 3 16,-10 3-1,-9 9-15,-6 6 16,-3 13 0,-3 10-16,0 9 15,-3 12 1,7 6-16,6 6 15,12 1 1,9-1-16,8-9 16</inkml:trace>
  <inkml:trace contextRef="#ctx0" brushRef="#br1" timeOffset="48416.68">20189 3539 0,'0'0'0,"0"0"16,0 0-16,8-15 15,2-11 1,3-6-16,-1-3 16,-1-2-1,-1 5-15,-3 8 16,-1 9-1,3 8-15,4 7 16,3 9-16,4 3 16,4 0-1,4-4-15,-2-4 16,1-6 0,1-8-16,-7-6 15,-6-7 1,-3-5-16,-6-7 15,-4-6-15,-6-4 16,-11-5 0,-9-4-16,-8 0 15,-6-1 1,-6 5-16,-7 7 16,-6 4-1,1 10-15,1 6 16,8 11-1,11 6-15,12 7 16,13 7 0,14 4-16,14 4 15,16 1 1,13 2-16,11 0 16,5-1-1,4 6 1,0-1-16,-4 3 15,-5-5-15,-6-2 16,-6-7 0,-5-3-16,-9-5 15,-4-4 1,-9-1-16,-3-5 16,-6-3-1,-4 4-15</inkml:trace>
  <inkml:trace contextRef="#ctx0" brushRef="#br1" timeOffset="48651.04">20407 2680 0,'-36'36'0,"-17"22"0,-5 6 16,2 7-1,10-3-15,5-6 16,13-16 0</inkml:trace>
  <inkml:trace contextRef="#ctx0" brushRef="#br0" timeOffset="144531.13">15972 3760 0,'0'0'0,"0"0"0,-12-8 16,-12-1-1,-10 5-15,-10 7 16,-9 3-1,-6-1-15,-4-1 16,-1-2 0,-2-4-16,-4 0 15,-6-3 1,0-3-16,-4 0 16,-2-1-1,-3 1-15,-3-1 16,0-1-16,-3-1 15,-4-1 1,-3 3 0,-3-2-16,-1 0 15,-2 0-15,-2 1 16,1-1 0,-2-1-16,0 3 15,0 3 1,-4-1-1,0-3-15,-1 1 16,3 2 0,0 3-16,-1-2 15,3 1 1,0 1-16,6 1 16,1 1-16,5 1 15,4 0 1,3-1-16,4-1 15,9 3 1,5 0 0,8-3-16,4-1 15,7 1 1,7 2 0,8-2-16,5 1 15,5 0-15,8 1 16,5 1-16,6 0 15,0 3 1,1 5-16,-2 8 16,0 7-1,2 9-15,0 8 16,3 10 0,0 10-16,1 1 15,2 8 1,0 4-16,-1-1 15,-2 6-15,0 1 16,1-1 0,-1 1-16,0-2 15,1-3-15,1-6 16,-2-3 0,0-4-16,2-6 15,0-12 1,0-5-16,1-8 15,0-5-15,0-9 16,2-3 0,-2-13-16,0 0 15,0 0-15,0 0 16,0 0 0,-4 3-16,-6-6 15,-4-1 1,-8 0-16,-10 4 15,-12 8 1,-11 7-16,-10 10 16,-8 7-1,-4 10-15,0 2 16,7 5 0,9 5-16,14 5 15,16 6 1,15 3-16,17 0 15,10-2 1,14-3-16,19-7 16,13-10-1,15-11 1,10-12-16,9-11 16,0-9-16,0-9 15,-4-10 1,-7-8-16,-9-9 15,-6-5 1,-9-6 0,-13-2-16,-14-3 15,-14 5 1,-19 1-16,-25 5 16,-23 13-1,-23 13-15,-20 15 16,-20 19-1,-11 21-15,-7 16 16,3 15 0,11 11-16,21 8 15,22 6 1,22 4-16,20-1 16,16-2-1,17-7-15,17-9 16,15-14-1,20-16-15,19-11 16,14-12 0,7-14-16,0-15 31,0-10-31,-6-11 0,-4-7 16,-6-9-1,-7-2-15,-9-4 16,-11 3-1,-21 2-15,-21 5 16,-30 8 0,-29 12-16,-29 18 15,-24 21 1,-18 21-16,-6 17 16,4 12-1,14 8-15,19 7 16,21 0-1,22 1-15,21-3 16,22-4 0,21-11-16,21-12 15,19-11 1,22-15 0,18-16-16,6-13 15,5-13 1,4-11-16,-4-7 15,-10-5-15,-16-6 16,-15-3 0,-18-2-1,-17-1-15,-21 1 16,-22 7 0,-24 10-16,-25 17 15,-20 17 1,-18 16-16,-9 21 15,-3 15 1,2 14-16,13 11 16,17 2-1,22 0-15,25-4 16,20-10 0,22-10-16,21-6 15,16-13 1,15-9-16,11-12 15,10-13 1,3-12-16,4-7 16,-3-9-1,-5-6-15,-7-2 16,-9-2 0,-12 3-16,-14 4 15,-14 8 1,-12 5-16,-10 13 15,-11 15 1,-8 18-16,-6 18 16,1 14-1,5 13-15,5 10 16,3 13 0,7 11-16,5 6 15,2-2 1,0 0-16,-3-4 15,-2-3 1,-2-5-16,-4-3 16,-4-5-16,-3-4 15,-1-7 1,0-8-16,1-8 16,-3-8-1,1-6 1,0-7-16,2-8 15,-1-10 1,3-6-16,1-6 16,-2-2-1,2-4-15,-1-3 16,0-4 0,4 1-16,3-5 15,1 0 1,0 0-16,0-1 15,1-2 1,1-2-16,0 2 16,3 2-16,0-2 15,4-1 1,5 1-16,5 1 16,3-1-1,6 1-15,6-1 16,7-2-1,6 0-15,0-1 16,8-2 0,5 0-16,4 0 15,2 0 1,8-2-16,6-1 16,0 0-1,3-1-15,-2 1 16,1 1-1,-5 2-15,-3-2 16,-3-1 0,1 2-16,2-2 31,1-1-31,-2 2 0,-5 1 16,-6-1-1,-7-1-15,-9 0 16,-12 0-1,-5 0-15,-1 0 16,-4 0-16,-1 0 16,-1 0-1,-5 0-15,0 0 16,-2-1 0,3 0-16,1 0 15,4-2 1,4-1-16,3 4 15,3 0 1,3 0-16,0 0 16,1 0-1,5 1-15,0-1 16,3-1 0,4 1-16,0-2 15,4 1 1,0 0-1,-3-1-15,1-1 16,-4 2-16,5 0 16,1-2-1,-1 0-15,1 0 16,-1 2 0,-2 0-16,0-1 15,1-1 1,-4 2-16,3 0 15,-4 0 1,0 3-16,-1 0 16,-2-1-1,-2-2-15,-5 0 16,-6 1 0,-2 0-16,-6-1 15,-4 0 1,-3 0-16,-2 1 15,-2 0 1,-8 0-16,0 0 16,0 0-1,0 0-15,0 0 16,0 0-16,2-13 16,-3-4-1</inkml:trace>
  <inkml:trace contextRef="#ctx0" brushRef="#br0" timeOffset="145218.54">15091 9640 0,'0'0'0,"0"0"16,0 0-16,0 0 15,0 0 1,0 25-16,-1 17 16,-4 15-1,-1 8-15,-2 8 16,-1 3 0,2 6-16,0 5 15,6 4 1,3 3-16,2-4 15,1-7 1,0-3-16,0-5 16,0-7-16,-2-5 15,-2-7 1,1-4-16,-2-8 16,0-11-1,-1-9 1,1-9-16,0-15 0,-5-6 15,1-17 1,0-14-16,2 0 16</inkml:trace>
  <inkml:trace contextRef="#ctx0" brushRef="#br0" timeOffset="145874.73">15024 9675 0,'2'-17'0,"7"-5"0,11 6 15,4 10 1,7 12-16,10 11 16,8 13-1,9 6-15,3 4 16,5 4 0,3 4-16,8 0 15,3 1 1,-2 1-16,-1-3 15,-8-4 1,-7-5-16,-12-2 16,-13-4-1,-11-2-15,-7-3 16,-8 0 0,-11-1-16,-12 1 15,-10 3 1,-9 4-16,-13 4 15,-6 2 1,-11 4-16,-5 2 16,-4 4-1,0 2-15,0 3 16,-1 0 0,4 0-1,5 2-15,7 0 16,5-3-1,4-1-15,6-6 16,7-7 0,11-9-16,11-17 15,11-14-15,-6 6 16</inkml:trace>
  <inkml:trace contextRef="#ctx0" brushRef="#br0" timeOffset="146405.91">15996 9692 0,'0'0'0,"0"0"0,0 0 16,10 27 0,3 23-16,-3 10 15,-4 10 1,-3 7-16,0 3 16,-2 1-1,-3 0-15,-1-4 16,2-8-1,0-6-15,2-3 16,1-4 0,3-7-16,1-6 15,0-6 1,1-5-16,-2-14 16,-5-18-1,3 9-15</inkml:trace>
  <inkml:trace contextRef="#ctx0" brushRef="#br0" timeOffset="146874.62">15955 10415 0,'0'0'0,"0"0"15,0 0-15,26 0 16,11 0 0,1 0-16,-1 0 15,-1 0 1,-2-1 0,3-1-16,1 2 15,3-1 1,0-2-16,4-1 15,3 1-15,-2-2 16,0 1 0,-6-1-1,-5 3-15,-9 1 16,-9 0-16</inkml:trace>
  <inkml:trace contextRef="#ctx0" brushRef="#br0" timeOffset="-172164.94">11939 6331 0,'0'0'0,"0"0"0,0 0 15,0 0 1,0 0-16,0 0 16,31-3-1,19-1-15,8 0 16,6-2 0,2-1-16,3-1 15,0 0 1,3-2-16,0 2 15,-3 2 1,-4-2-16,-3-2 16,-4 0-1,-8 3-15,-4 2 16,-7 2 0,-5 3-16,-6 5 15,-6 7 1,-7 6-16,-3 11 15,-7 8 1,-3 9 0,-2 6-16,0 12 15,2 8 1,2 10-16,1 5 31,4-1-31,10-3 0,5-6 16,6-12-1,6-11-15,-6-16 16,-9-13 0</inkml:trace>
  <inkml:trace contextRef="#ctx0" brushRef="#br0" timeOffset="-171805.6">12886 7139 0,'28'0'0,"22"0"0,13 0 15,6 0 1,6 2-16,0 3 16,5 3-1,-2-1-15,-1 0 16,-20 0-1,-19-4-15</inkml:trace>
  <inkml:trace contextRef="#ctx0" brushRef="#br0" timeOffset="-171555.63">13540 7156 0,'-16'30'0,"-7"23"15,0 10-15,1 4 16,4 0 0,2-1-1,2-8-15,0-6 16,3-15-1,3-14-15</inkml:trace>
  <inkml:trace contextRef="#ctx0" brushRef="#br0" timeOffset="-171336.9">13213 7283 0,'-17'20'0,"-14"15"16,0 15-1,0 11-15,3 8 16,4 1 0,8-4-16,9-9 15,6-16 1</inkml:trace>
  <inkml:trace contextRef="#ctx0" brushRef="#br0" timeOffset="-171102.55">12970 7402 0,'-39'75'0,"-18"41"0,0 16 16,-3 0 0,13-28-16</inkml:trace>
  <inkml:trace contextRef="#ctx0" brushRef="#br0" timeOffset="-156916.62">18051 3556 0,'0'0'0,"0"0"16,-12 22-1,-1 12-15,6 7 16,6 11 0,3 6-16,2 8 15,3 8 1,3 8-16,2 3 15,1-2 1,-2-3-16,-2-2 16,0-4-1,-3-4-15,-1-7 16,-1-4 0,-1-10-16,0-5 15,-3-8 1,-1-6-1,-2-5-15,0-7 16</inkml:trace>
  <inkml:trace contextRef="#ctx0" brushRef="#br0" timeOffset="-156604.15">17531 5003 0,'22'-14'0,"17"-5"0,12-1 15,9 4-15,7-1 31,3 6-31,3 7 16,1 8-16,-3 0 16,-2 2-1,-4 1-15,-5-1 16,-7-3 0,-13-1-16</inkml:trace>
  <inkml:trace contextRef="#ctx0" brushRef="#br0" timeOffset="-156354.18">18378 4918 0,'-25'34'0,"-10"20"0,0 5 16,-5 9 0,2 2-16,0 0 15,3-9 1,5-11-16,6-21 16,7-11-1</inkml:trace>
  <inkml:trace contextRef="#ctx0" brushRef="#br0" timeOffset="-156104.22">17966 5054 0,'-20'25'0,"-12"15"16,-3 12 0,2 8-16,2 5 15,8-2 1,4-8-16,8-15 16,5-15-1</inkml:trace>
  <inkml:trace contextRef="#ctx0" brushRef="#br0" timeOffset="-155869.85">17723 5079 0,'-31'45'0,"-18"31"16,-3 15-1,4 11-15,2-1 16,14-21 0</inkml:trace>
  <inkml:trace contextRef="#ctx0" brushRef="#br2" timeOffset="-105640.6">12802 5420 0,'-26'-42'0,"-9"-20"0,2-9 16,8-2-1,7-2-15,4 2 16,2-1 0,0 1-16,2 0 15,0-1 1,3 3-16,4 3 15,-2 7-15,2 6 16,2 7 0,2 3-16,4 6 15,1 5 1,2 6-16,3 3 16,1 4-16,3 4 15,3 3 1,3 3-16,1 5 15,5 3 1,1 1 0,3 3-16,6 1 15,0 0-15,7-1 16,2 2 0,-3 1-16,4 0 15,-3 1 1,1 1-16,1 1 15,0 1 1,4 0-16,1 1 16,5-1-1,0 0-15,6-1 16,2-4 0,1-1-16,0 1 15,3-2 1,2-1-16,2-2 15,3-2 1,4-2-16,2 1 16,1 3-1,6 0-15,-1 2 16,0 1 0,3-2-16,2 0 15,6 0 1,-1 0-16,-1 0 15,0 3 1,0 0-16,1-1 16,-4 1-1,-1 1-15,-1 2 16,0-3 0,0-2-16,0 0 15,0-2 1,-1-5-16,2-1 15,-1-1 1,-3-2 0,2 2-16,-4-4 15,1 1 1,-1 1-16,-2-2 16,-4 2-1,-1 1-15,-4 0 16,-2 0-1,-1 0-15,-3 2 16,-1-1 0,-2 1-16,-3 2 15,-3-1 1,-6 1-16,0 0 16,-3 0-1,-5-1-15,-3 3 16,-8 0-16,-5 0 15,-5 1 1,-5-1 0,-3 0-16,-4 0 15,-2 3-15,-3 0 16,-8 1 0,8 2-16,-2 2 15,0 3 1,1 3-16,-1 4 15,-1 3 1,-1 0-16,1 5 16,0 3-1,-1-1-15,1 1 16,0 4 0,-2 0-1,1 6-15,-1-2 16,2 5-16,-1 0 15,-1 3 1,-2-1 0,3-5-16,1-2 15,1-5 1,2-4-16,0 1 16,-3 0-16,0-5 15,1-1 1,-1-2-16,-2-3 15,-1-5 1,-2-9-16,-4 6 16,-2-6-16,-1-4 15,-2-7 1,-2-9-16,-5-5 16,-3-9-1,-1-8 1,-3-3-16,-3 3 15,5 5 1,7 10-16,4 11 16,4 6-1,6 10-15,3 3 16,6 12 0,5 11-16,8 6 15,6 2 1,0 1-16,0 2 15,-2 0 1,-4-6-16,-3-5 16,-4-5-16,-1-8 15,-6-4 1,-2-4-16,-6-5 16,8 0-16,1-6 15,3-8 1,4-16-1,11-21-15,13-21 16,6-15 0,-9 17-16</inkml:trace>
  <inkml:trace contextRef="#ctx0" brushRef="#br2" timeOffset="-94095">12492 7003 0,'-7'23'0,"-3"14"15,2 15 1,2 11 0,1 12-16,8 10 15,-2 8 1,1 13-16,-1 7 16,-1 9-1,-4 3-15,-5 0 16,0-4-1,-2-3-15,-1-4 16,3-6 0,1-6-16,4-5 15,4-4 1,-2-5-16,1-7 16,5-9-1,0-7-15,1-8 16,2-8-1,5-3 1,5-5-16,2-7 16,2-4-1,5-1-15,-1-6 16,6 0 0,4-3-16,1-2 15,7-4 1,2-3-16,5-2 15,6-2 1,1 0-16,3 0 16,3 0-1,4-1-15,3 1 16,5 1 0,3-2-16,0-2 15,0 0 1,4 1-16,2 1 15,0 1 1,2 0-16,1-1 16,-1 0-1,1-1-15,6-1 16,1 1 0,-3-3-16,5 1 15,4-1 1,-1-1-1,0-1-15,-1 0 16,4 0 0,-3 0-16,0 0 15,2 1 1,3 3-16,-2-2 16,0 1-1,1 0-15,0-1 16,-4-1-1,0 1-15,-5 4 16,0-2 0,-4-2-16,1 5 15,-2-1 1,2 0-16,-1 2 16,-2 0-1,-1-1-15,-1-1 16,-2-2-1,1 0-15,-3-1 16,-1 0 0,0-2-16,-2-1 15,-3-1 1,-1-1-16,-4 2 16,-3 0-1,-4 0-15,-2 3 16,0-3-1,-3 1 1,-2 3-16,2-2 16,-5 1-1,-2 1 1,-2 0-16,-2 0 16,2 2-16,-2-3 15,-6 1 1,-1 1-16,0 1 15,-3-3 1,-3 0-16,0 2 16,-4-2-16,0 1 15,-5 0 1,0-2 0,1-2-16,-3-1 15,-3-3 1,0 1-16,-3-2 15,-2-1 1,-4-2-16,0-2 16,-3-1-16,1-4 15,-1-5 1,-3-2-16,-1-2 16,-2-5-1,-3-2 1,0-1-16,3-6 15,-2-1 1,-3 0-16,-2-2 16,-2-4-16,2 1 15,-2-3 1,-1-3 0,0 0-16,-2-4 15,-2 0 1,3-3-16,-1-2 15,2-4 1,4 0-16,2-5 16,-4-2-1,1 0-15,1-3 16,-1-1 0,-2 3-16,0-1 15,0-3 1,0-1-16,2 0 15,-1-2 1,3 0 0,1 2-16,1-1 15,2 1 1,-2-1-16,0 1 16,0-3-1,2 1-15,1 2 16,0 0-1,2-1-15,-2 0 16,4 0 0,0 5-16,-2 2 15,0 0 1,2 1-16,-1 3 16,-3-2-1,0 7 1,1 1-16,0 0 15,-1 0 1,0 6-16,-3-1 16,0 3-1,0 2-15,-1 3 16,-1 4 0,-1-1-1,2 3-15,-2 3 16,0 0-16,-1 1 15,0 3 1,-3-2-16,3 0 16,-3 1-1,-2 1-15,1 1 16,2 0 0,1 0-1,2 0-15,-1 1 16,1-1-1,-1 2-15,1-1 16,-2-2 0,1 1-16,0 0 15,-2-2 1,2 0-16,0 2 16,0-2-1,-1 1-15,3 0 16,-3-2-1,0 0-15,-1-1 16,0-2 0,-1-2-16,1 0 15,2-1 1,0 0 0,3 1-16,-3 0 15,0-4-15,1 6 16,-2 0-16,2 1 15,0-2 1,2-4-16,-2 1 16,-1-4-1,3 2-15,1 0 16,0 1-16,-1 0 16,0-1-1,3-1-15,0 3 16,2-1-16,-1 1 15,-1 3 1,-1 0-16,-2 5 16,0 3-1,0 0-15,-2 5 16,-5 1-16,0 4 16,-2 3-1,0-1-15,-2 6 16,-1 3-1,-1 5-15,0 2 32,2 2-32,0 3 0,2 2 15,2 6 1,3 5-16,1 5 16,-3 4-1,3 2-15,-1 2 16,3 0-1,-1-1-15,2 2 16,1 2 0,0 2-16,2 2 15,1 2 1,-1 3-16,2 1 16,1 5-1,-1-2-15,2-2 16,-3 2-1,0-3-15,2 2 16,2 1 0,-1 0-1,-1-2-15,1 2 16,2 0-16,0-2 16,3-4-1,-2-3 1,-3-7-16,-1-3 31,-1-3-31,0-2 0,-1-2 16,0-3-1,0-5-15,-3-9 16,0 0-16,0 0 16,0 0-1,1-1-15,-2-9 16,0-9-1,1-8-15,0-10 16,-1-7 0,0-4-1,0 2-15,4 4 16,1 7 0,-1 10-16,-1 8 15,-1 5-15,-1 12 16,0 0-16,2 0 15,1 13 1,-1 9-16,2 6 16,1 5-1,-3 2-15,1 3 16,-3-1 0,0 1-16,-3-4 15,-1-2-15,-1-3 16,0-2-16,1-4 15,0-3 1,0-5 0,1-4-16,3-11 15,-3 8 1,-2-5-16,-2-3 16,-3-3-16,-4-5 15,-3-6 1,-7-6-16,-2-9 15,-2-6 1,4-3 0,4 1-16,2 6 15,9 3 1,2 3-16,0 7 16</inkml:trace>
  <inkml:trace contextRef="#ctx0" brushRef="#br2" timeOffset="-90485.63">19275 11342 0,'-4'97'0,"0"62"16,3 38-16,3 23 15,1 19 1,-1 18-16,7 16 16,0 16-1,4 18-15,-2 6 16,2 0-1,-4-3-15,3-8 16,4-16 0,-1-25-16,2-32 15,-14-30 1,-5-55-16</inkml:trace>
  <inkml:trace contextRef="#ctx0" brushRef="#br2" timeOffset="-89673.22">17136 13886 0,'130'12'0,"63"1"16,12 0-1,-3-1-15,-1-4 16,-4-5 0,7-1-16,4-4 15,3-2 1,8 0-16,8 2 15,7 2-15,2 5 16,3-2 0,6 0-16,4 3 15,1 5 1,3 1-16,1 2 16,0 4-1,-3 3-15,-5 1 16,-2 4-16,-3 1 15,-10 2 1,-6 5-16,-3-1 16,-9 1-1,-13 1-15,-13-1 16,-15-1 0,-16-3-16,-22-3 15,-20-6 1,-26-10-16,-32-15 15,-20-5 1</inkml:trace>
  <inkml:trace contextRef="#ctx0" brushRef="#br2" timeOffset="-88423.36">20800 13911 0,'0'0'0,"5"-16"15,1-12 1,3-3-16,-1-4 15,1-5 1,0-9-16,5-5 16,3-6-1,3-7-15,1-7 16,7-4 0,6-4-16,6-8 15,3 1 1,4-3-16,9 0 15,7 2 1,6-2-16,2 6 16,6 5-1,4 4 1,3 6-16,3 8 16,3 8-1,6 10-15,-1 10 16,-1 7-1,3 9-15,-3 12 16,0 11 0,-4 12-16,-3 11 15,1 8 1,-5 12-16,-5 10 16,-6 5-1,-7 14-15,-5 6 16,-4 8-1,-3 4-15,-4 4 16,-5 2 0,-7 5-16,-6 1 15,-4-3 1,-2-1-16,-5-5 16,-5-6-1,-4-5-15,-3-5 16,-1-4-16,-3-7 15,-2-8 1,0-5 0,0-5-16,-2-6 15,-1-10-15,0-8 16,0-3 0,-2-4-16,-1-5 15,-2-2-15,-2-7 16,-5-10-1,-1-4 1</inkml:trace>
  <inkml:trace contextRef="#ctx0" brushRef="#br2" timeOffset="-87657.81">20960 14566 0,'9'41'0,"1"16"0,5 3 15,-1-5-15,0-4 16,-5-8 0,-3-5-16,-1-12 15,-3-6 1,-3-8-16,1-12 15,-4 0-15,-3-11 16,-2-13 0,-2-8-16,-3-10 15,-2-5 1,3-4-16,3 0 16,3 4-1,6 6-15,3 8 16,5 8-1,5 8-15,6 8 16,5 2 0,3 4-1,3 5-15,2 4 16,3 1-16,-1 0 16,0 0-1,0-1-15,-2-5 16,-2-5-16,-3-9 15,-5-6 1,-7-1-16,-5 6 16</inkml:trace>
  <inkml:trace contextRef="#ctx0" brushRef="#br2" timeOffset="-87439.09">21212 14184 0,'-38'23'0,"-17"15"15,-5 9-15,1 10 16,-2 9 0,0 8-16,6 2 15,8 2 1,5-7-16,12-16 15</inkml:trace>
  <inkml:trace contextRef="#ctx0" brushRef="#br2" timeOffset="-86548.56">23182 14823 0,'-16'9'0,"-7"4"15,0-3-15,0-5 16,1-5 0,3-6-16,0-7 31,9-9-31,3-7 0,9-6 16,5 0-1,7-3-15,8 3 16,3 7-1,5 5-15,1 9 16,-1 9-16,-1 10 16,0 13-1,-6 14-15,-5 15 16,-9 11 0,-9 9-16,-8 1 15,-2-2 1,-3-3-16,4-11 15,5-10 1,4-11-16,9-9 16,3-9-1,6-9-15,4-10 16,2-13-16,3-13 16,4-8-1,1-9-15,1-8 16,-10 11-1,-8 14-15</inkml:trace>
  <inkml:trace contextRef="#ctx0" brushRef="#br2" timeOffset="-86079.86">23610 14634 0,'11'38'0,"4"11"0,-2-5 16,-4-11-1,-3-11-15,-3-6 16,-3-16-16,0 0 16,4 0-1,-1-13-15,-1-8 16,1-5-16,-2-3 15,-1-4 1,0 3-16,2 4 16,0 6-16,1 3 15,2 7 1,3 4-16,3 8 16,5 3-1,6 5-15,3 2 16,1 4-1,3 0-15,-2-1 16,-1-4 0,0 0-16,-4-4 15,-1-6-15,-2-6 16,-4-9 0,-6-9-16,-4 2 15</inkml:trace>
  <inkml:trace contextRef="#ctx0" brushRef="#br2" timeOffset="-85829.89">23877 14405 0,'-33'21'0,"-21"14"0,-6 1 16,3 3-16,-1-3 15,4 0 1,2-2 0,3-7-16,9-9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8:46:03.891"/>
    </inkml:context>
    <inkml:brush xml:id="br0">
      <inkml:brushProperty name="width" value="0.05292" units="cm"/>
      <inkml:brushProperty name="height" value="0.05292" units="cm"/>
      <inkml:brushProperty name="color" value="#C00000"/>
    </inkml:brush>
    <inkml:brush xml:id="br1">
      <inkml:brushProperty name="width" value="0.05292" units="cm"/>
      <inkml:brushProperty name="height" value="0.05292" units="cm"/>
      <inkml:brushProperty name="color" value="#0070C0"/>
    </inkml:brush>
  </inkml:definitions>
  <inkml:trace contextRef="#ctx0" brushRef="#br0">7478 8092 0,'0'0'0,"0"0"16,0 0 0,0 0-16,0 0 15,0 0 1,-14-19-16,-7-18 15,-3-12 1,-1-11-16,2-6 16,4-6-1,-1-7-15,3-2 16,3 0 0,5 5-16,5 6 15,4 6 1,8 9-16,5 12 15,6 10 1,4 12-16,1 11 16,2 9-1,3 10-15,2 10 16,3 14 0,0 14-16,0 15 15,0 10 1,-3 6-16,-2 1 15,-4-4 1,-2-10-16,0-9 16,-5-9-1,-1-12-15,-2-10 16,-6-11 0</inkml:trace>
  <inkml:trace contextRef="#ctx0" brushRef="#br0" timeOffset="187.47">7722 7710 0,'-24'-2'0,"-10"4"0,-7 5 16,0 3 0,0 6-16,4 2 15,4 2 1,10-8-16,7-3 15</inkml:trace>
  <inkml:trace contextRef="#ctx0" brushRef="#br0" timeOffset="609.29">8266 6927 0,'-22'1'0,"-16"9"0,-4 11 15,-1 11 1,-1 9-16,4 9 16,3 5-1,7 1 1,7 4-16,10-3 16,11-6-1,12-7-15,10-6 16,14-9-16,14-8 15,13-5 1,14-7 0,6-7-16,-14-3 15</inkml:trace>
  <inkml:trace contextRef="#ctx0" brushRef="#br0" timeOffset="1937.28">8107 11419 0,'0'0'0,"0"0"16,0 0-16,0 0 15,0 0-15,-21-11 16,-21-1 0,-13 1-16,-14 2 15,-10 4 1,-13-2-16,-9 3 16,-9-2-1,-8-2-15,-9-2 16,-9 3-1,-3 0-15,-7 2 16,-3-4 0,-3 4-16,-2-2 15,-2 0 1,-1 0-16,-1 0 16,-1 0-1,2 0-15,0 0 16,-1 0-1,1 0-15,1 2 16,-2 0 0,4 5-1,-2 1-15,-5-1 16,3 2-16,5 4 16,3 0-1,8-1-15,9 0 16,8 2-16,7-1 15,11-3 1,10-1-16,7 1 16,10 0-1,7 0-15,7 0 16,8-2 0,8 0-1,6 2-15,4-2 16,6-1-16,2 2 15,4 3 1,4 0-16,3-3 16,3 1-1,2-1-15,0 3 16,4-1-16,0-1 16,2 0-1,4-3-15,6 0 16,-3-10-1,4-4-15,1 2 16</inkml:trace>
  <inkml:trace contextRef="#ctx0" brushRef="#br0" timeOffset="2812.19">2934 8313 0,'6'23'0,"4"17"15,2 12-15,-4 3 16,1 12-1,-4 9-15,-5 9 16,0 12 0,0 6-16,-4 10 15,0 7 1,-2 10-16,0 2 16,0 6-1,1 7-15,-1 2 16,2 6-1,1 8-15,1 6 16,2 3 0,0 4-16,-2 4 15,-2 4 1,4-1-16,0 2 16,2 1-1,0-3-15,5-3 16,-7-2-1,-3-4-15,1-2 16,-2-2 0,-2-3-16,-2-1 15,-1-6 1,2-4-16,3-6 16,0-2-1,2-6-15,1-8 16,-2-16-1,0-32-15</inkml:trace>
  <inkml:trace contextRef="#ctx0" brushRef="#br0" timeOffset="3421.49">5206 10993 0,'-4'50'0,"0"29"16,2 11-16,0 5 15,4-1 1,0-20-16</inkml:trace>
  <inkml:trace contextRef="#ctx0" brushRef="#br0" timeOffset="4124.54">5140 12252 0,'2'23'0,"5"10"16,6 0-1,3-4-15,2-8 16,-4-6 0,-5-5-16,-2-2 15,-7-8-15,-2-3 16,-5-10 0,-3-10-16,-3-10 15,-4-8 1,1-2-16,4 6 15,7 7 1,3 11-16,4 4 16,4 8-1,8 1-15,8 3 16,3 6 0,3-3-16,5 0 15,-3 0 1,1-3-1,-6 0-15,-4 1 16,-3-7-16,-2-3 16,-5-6-1,-3-9-15,-2 3 16</inkml:trace>
  <inkml:trace contextRef="#ctx0" brushRef="#br0" timeOffset="4327.64">5340 11793 0,'-53'49'0,"-21"24"0,-1 5 15,9 1-15,11-5 16,10-6-1,6-14-15,11-16 16</inkml:trace>
  <inkml:trace contextRef="#ctx0" brushRef="#br0" timeOffset="4796.34">7335 10917 0,'0'0'0,"-3"23"16,-2 25-16,-2 15 16,-1 8-1,2 8-15,2 3 16,3 4 0,3 3-16,1-17 15,-1-24 1</inkml:trace>
  <inkml:trace contextRef="#ctx0" brushRef="#br0" timeOffset="5265.04">7067 12363 0,'-16'-13'0,"-5"-18"16,8-8-16,11-2 15,11 2 1,10 7-16,0 10 15,2 5 1,0 14-16,1 14 16,-6 15-1,-7 14-15,-4 9 16,-4 9 0,-5 4-16,-2-2 15,0-8 1,5-10-16,4-11 15,3-10 1,9-16 0,3-12-16,9-16 15,3-14 1,5-13-16,-4-6 16,-8 9-16</inkml:trace>
  <inkml:trace contextRef="#ctx0" brushRef="#br0" timeOffset="5671.25">7428 12040 0,'6'33'0,"4"15"16,-1 0-1,0-3-15,-2-9 16,-4-8-16,-2-9 15,-3-7 1,-3-10-16,-1-13 16,2-12-1,0-15-15,0-13 16,1-7 0,2 5-16,5 15 15,6 11 1,8 12-16,4 8 15,4 10 1,4 6-16,5 2 16,3 2-1,2-2-15,-4 0 16,-2-2 0,-2-2-16,-6-9 15,-9-7 1,-8 0-16</inkml:trace>
  <inkml:trace contextRef="#ctx0" brushRef="#br0" timeOffset="5889.96">7679 11733 0,'-39'16'0,"-20"13"0,-9 11 16,-5 10 0,-1 6-16,1 3 15,-3-6 1,0-10 0,15-15-16</inkml:trace>
  <inkml:trace contextRef="#ctx0" brushRef="#br0" timeOffset="6858.62">3044 8202 0,'0'0'0,"0"0"16,-24 9-1,-10 13-15,-7 11 16,0 10-1,-1 7-15,1 2 16,3 2 0,6-6-16,8-11 31,8-11-31,3-10 0,6-8 16,7-12-1,2-11-15,2-10 16,6-9-16,4-7 15,4-4 1,1-1-16,2 5 16,3 8-1,-2 10-15,1 11 16,7 11 0,0 11-16,6 7 15,1 6 1,6 2-1,-1 2-15,3-2 16,-1-1 0,-6-9-16,-10-4 15,-8-6 1</inkml:trace>
  <inkml:trace contextRef="#ctx0" brushRef="#br0" timeOffset="7374.18">2699 7650 0,'0'0'0,"0"0"15,24 21-15,16 14 16,9 4 0,3-2-16,-1-5 15,-4-9 1,-5-7-16,-10-7 15,-11-4 1,-4-6-16,-9-7 16,-7-9-1,-2-9-15,-3-8 16,-6-8 0,-6-9-16,-6-5 15,-6-2 1,-6 1-16,-2 5 15,-4 8 1,5 7-16,5 9 16,6 5-1,6 1-15,6 6 16</inkml:trace>
  <inkml:trace contextRef="#ctx0" brushRef="#br0" timeOffset="7796.01">3211 6850 0,'-21'40'0,"-5"19"16,1-2-16,16-6 16,11-8-16,11-12 15,13-11 1,10-11-16,12-7 16,7-3-1,8-1-15,1-1 16,-3 4-1,-8 5-15,-8 10 16,-11 9 0,-17 10-16,-14 8 15,-16 8-15,-7 8 16,-5 2 0,-1 10-16,6 2 15,4-16 1</inkml:trace>
  <inkml:trace contextRef="#ctx0" brushRef="#br0" timeOffset="10545.71">3001 11291 0,'0'0'0,"0"0"0,0 0 16,0 0-1,0 0-15,0 0 16,0 0 0,-3-16-16,-1-12 15,4-4 1,0-1-16,7-3 16,2-2-1,1-1-15,-1-2 16,4-4-1,1-1-15,4-4 16,1-1 0,2 0-16,1-3 15,2-2 1,1 1-16,1 0 16,0 4-1,-2-3-15,4-1 16,2 0-1,2 0-15,1 3 16,1 1 0,2 1-1,0 2-15,1 1 16,-2 1-16,-1 5 16,3 0-1,0 2-15,5 1 16,-6 3-1,5 2-15,-1 2 16,2 3 0,0 3-16,1 3 15,0 1 1,-2 3-16,-1 5 16,0 1-1,-3 5-15,-1 2 16,2 0-1,-1 5-15,0 4 16,-1 1 0,-2 1-16,-1 4 15,0 1 1,0 3-16,-1 4 16,-4-1-1,0 4 1,2 4-16,-4 0 15,0 1-15,0 1 16,-2 1 0,0 2-16,-1 1 15,-2 2 1,0 0-16,3 2 16,-5 3-1,-1-1-15,1 2 16,0 1-1,-4 2 1,1 0-16,2 1 16,2 0-16,-5-2 15,0 1 1,0 2-16,3-1 16,-2 3-1,-3 2-15,-2-1 16,-2 1-1,3 2 1,1-1-16,-1-2 16,-3 3-16,0-1 15,2-1 1,0 3 0,0-2-1,2 1-15,0-1 16,0-2-16,1-1 15,0 0 1,4 0-16,0-3 16,-2 0-16,3 1 15,-1 0 1,2 0 0,-1-1-16,-1 0 15,3 0 1,1 0-16,-2-1 15,-2 1 1,0 0-16,3 0 16,-2-1-16,-3 2 15,0 0 1,3-1-16,0-2 16,1 0-1,-1 2-15,1-5 16,-2-2-1,2 2 1,-1 1-16,0-1 16,2-2-1,0-2-15,0-2 16,1-2-16,0 0 16,0-1-1,2-5-15,0-1 16,0-4-1,4 0-15,-2-3 16,0-2-16,4-3 16,-2-2-1,3-3-15,-1-1 16,3 0 0,3-3-1,-2-3-15,1-3 16,-1-1-16,2-6 15,0-2 1,1-3 0,2-3-16,-2 0 15,-1-2-15,-1-1 16,-3-3 0,2-3-1,-1-4-15,2-5 16,-2-1-16,-2 1 15,-2-3 1,2-2-16,-2-3 31,-1-1-31,0 1 0,0-1 16,-2-3 0,-1 0-1,0 1-15,-1 1 16,-1 2-16,0 1 15,-3 3 1,0 0-16,0 3 16,-1-1-1,-2-2-15,1 3 16,-1 2 0,4 0-16,-2 0 15,-2 4 1,-1 1-16,-2 4 15,-2 1 1,1 4-16,-2 3 16,-2 4-1,-2 2-15,-1 1 16,-3 3 0,-3 9-16,6-2 15,-6 2-15,0-3 16</inkml:trace>
  <inkml:trace contextRef="#ctx0" brushRef="#br1" timeOffset="35277.5">4568 7939 0,'0'0'0,"0"0"0,-15 10 15,-4 10 1,3 12 0,6 12-16,0 12 15,0 13 1,2 12-16,-2 6 16,-2 8-1,-3 4-15,1 5 16,-5 3-1,4 1-15,-1 1 16,4-9 0,-5-9-16,3-14 15,2-17 1,3-16-16,0-16 16,4-11-1,1-10-15,-2-6 16,-2-11-1,-5-6-15,2-10 16,-4-10 0,2-4-16,-3-6 15,4 3 1,2 6-16,3 9 16,3 11-16,5 7 15,4 9 1,1 10-16,8 11 15,-1 11 1,5 11-16,2 8 16,2 5-1,2 1-15,2-6 16,2-6 0,-3-7-1,-1-9-15,-1-6 16,-3-8-16,-2-8 15,1-13 1,1-21 0,-5-27-16,0-23 15,4-21 1,10-15-16,-3-9 16,-7 26-16</inkml:trace>
  <inkml:trace contextRef="#ctx0" brushRef="#br1" timeOffset="36449.24">4176 7036 0,'-24'19'0,"-4"15"15,7 7-15,12 5 16,9 10 0,8 1-16,14 0 15,6-5 1,5-7-16,5-14 15,2-11 1,-1-12-16,0-13 16,1-10-1,-4-11-15,0-5 16,-6-6 0,-9-8-16,-4 0 15,-8-8 1,-7 0-16,-10-3 15,-8 3 1,-9 2-16,-7 10 16,-2 10-1,5 7 1,8 12-16,9 5 16,12 7-16,6 1 15,14 8 1,11 4-16,5 0 15,1-2 1,2-5-16,-5-5 16,-4-4-1,-9-4-15,-8-1 16,-10-5 0,-8-6-16,-8-5 15,-6-4 1,-7-5-16,-6 1 15,6 6 1,5 7-16,10 5 16,7 5-16,10 4 15,13 3 1,11 2-16,9 0 16,9 7-1,4 4 1,3 4-16,1-1 15,-2 6-15,-4 5 16,-6 4 0,-10 3-1,-12 8-15,-14 4 16,-10 3 0,-9-4-16,-5-3 15,-5-10-15,-4-9 16,0-12-1,0-12-15,2-12 16,4-2 0</inkml:trace>
  <inkml:trace contextRef="#ctx0" brushRef="#br1" timeOffset="37152.28">4786 6221 0,'-33'20'0,"-9"16"15,8 8 1,12 5-1,15-2-15,14-3 16,14-2 0,7-10-1,6-8-15,3-6 16,3-7-16,-2-5 16,-2-10-1,-4-4-15,-1-10 16,-4-6-1,-10-4-15,-2-10 16,-3-1 0,-5-5-16,-5-2 15,-6-2 1,-6-3-16,-8 0 16,-10 1-1,-10 3-15,-5 2 16,-11 6-1,-2 4-15,0 10 16,1 6 0,8 7-16,16 5 15,9 3 1,12 4-16,12 5 16,11 1-16,12 7 15,13 4 1,11 0-16,8 4 15,6 2 1,5-4-16,-2-1 16,-3-2-1,-4-3 1,-5-2-16,-7-5 16,-13-8-1,-15-4-15</inkml:trace>
  <inkml:trace contextRef="#ctx0" brushRef="#br1" timeOffset="37636.61">5106 5837 0,'0'0'0,"0"0"16,0 0-16,0 0 16,0 0-1,13-4-15,2-7 16,-5-2 0,-8-3-16,-8-3 15,-5 6 1,-4 8-16,-7 8 15,1 9 1,1 8-16,6 3 16,5 4-16,9-1 15,6-1 1,12-2 0,6-2-16,5-3 15,2-6 1,1-3-16,3-9 15,1-7-15,4-12 16,-3-9 0,4-14-1,0-6-15,-4-6 16,-5-4 0,-10 13-16</inkml:trace>
  <inkml:trace contextRef="#ctx0" brushRef="#br1" timeOffset="37917.83">5315 5165 0,'31'24'0,"14"10"0,11 4 16,5 3 0,5 0-16,8 4 15,5-2 1,-16-12-16</inkml:trace>
  <inkml:trace contextRef="#ctx0" brushRef="#br1" timeOffset="39089.58">6380 12933 0,'0'0'0,"-6"31"0,-1 17 16,3 11-1,6 8-15,5 7 16,3 5 0,7 2-16,3 4 15,2 6 1,3 2-16,2 0 15,1 3 1,-6 2-16,0 2 16,-1-2-1,1-1-15,-3-5 16,-1-7 0,-3-8-16,1-11 15,-2-15 1,-3-13-16,-2-16 15,-1-17-15,-2-16 16,-7-20 0,-3 0-16</inkml:trace>
  <inkml:trace contextRef="#ctx0" brushRef="#br1" timeOffset="39792.61">6354 12950 0,'-13'19'0,"-6"12"16,3 4-16,-4 5 15,4-1 1,2-1 0,2-6-16,3-7 15,2-7-15,2-8 16,-2-3-16,7-7 16,0 0-1,-4-4-15,3-11 16,3-5-16,3-5 15,2-7 1,2 0-16,3-4 16,1-2-1,4 4-15,1 5 16,1 4 0,-4 4-16,3 7 15,1 6 1,-1 5-16,1 6 15,2 4 1,3 3-16,0 5 16,1 1-1,2 3-15,-2-1 16,6 0 0,10 1-16,10-6 15,3-9 1,-8-4-16</inkml:trace>
  <inkml:trace contextRef="#ctx0" brushRef="#br1" timeOffset="40808.14">6465 15035 0,'-39'58'0,"-13"29"16,5 10-16,10 3 15,9-3 1,10-7-16,9-11 16,12-14-1,9-11-15,11-15 16,8-11-16,6-13 15,6-9 1,0-13-16,3-7 16,2-7-1,-5-8-15,3-10 16,-1-7 0,-1-5-16,-8-2 15,-5-1 1,-10 1-16,-5 2 15,-7 13 1</inkml:trace>
  <inkml:trace contextRef="#ctx0" brushRef="#br1" timeOffset="41370.58">6690 15290 0,'0'0'0,"0"0"0,14 14 16,6 4-16,7-4 15,0-6 1,-2-7-16,1-8 16,-6-9-16,-1-6 15,-6-8 1,-4-3-16,-3-3 15,-4-2 1,-5-3-16,-2 0 16,-1 3-16,-4 3 15,2 6 1,2 11-16,2 5 16,4 13-16,0 0 15,7-3 1,10 9-16,6 9 15,6 6 1,5 6-16,5 9 16,4 6-1,1 3-15,4 6 16,-2 2-16,-3 3 16,-6 4-1,-4-2 1,-10 2-16,-11-1 15,-6 0-15,-4-8 16,-9-8 0,-3-12-16,-6-15 15,-5-13 1,-6-20-16,5-1 16</inkml:trace>
  <inkml:trace contextRef="#ctx0" brushRef="#br1" timeOffset="41854.9">7361 14515 0,'0'0'0,"0"0"0,-19 24 16,-11 12 0,4 4-16,3 0 15,6-2 1,8-1-16,6-4 15,7-7 1,6-2-16,11-4 16,3-6-1,4-6-15,4-5 16,3-4 0,3-5-16,-1-6 15,0-7 1,-4-6-1,-2-7-15,-3-7 16,-4-5-16,-3-4 16,-8-7-1,-7-4-15,-4 10 16</inkml:trace>
  <inkml:trace contextRef="#ctx0" brushRef="#br1" timeOffset="42229.86">7453 13980 0,'16'22'0,"9"19"0,6 7 15,2 6 1,5 2-16,-2 0 16,1-3-1,-1-7-15,1-6 16,-2-6 0,-2-5-16,-2-8 15,-4-7 1,-2-11-1,-6-14-15,-7-12 16,-8-11-16,-4 4 16,-1 8-1</inkml:trace>
  <inkml:trace contextRef="#ctx0" brushRef="#br1" timeOffset="42698.56">7847 14141 0,'0'0'0,"0"0"16,11 16-1,8 3-15,-2-2 16,4-9 0,-2-11-16,-2-6 15,-4-8 1,-5-5-16,-1-3 15,-2-1 1,-6-2-16,-3 2 16,-3 0-16,-7 5 15,1 2 1,-1 8-16,1 8 16,0 9-1,-1 10 1,5 11-16,1 11 15,5 7-15,7 1 16,8 0 0,5-3-16,6-5 15,6-5 1,-1-6-16,2-9 16,1-9-1,-1-8-15,3-8 16,-2-14-1,-2-11-15,-8 3 16,-9 8 0</inkml:trace>
  <inkml:trace contextRef="#ctx0" brushRef="#br1" timeOffset="43370.36">8291 13758 0,'-9'11'0,"-7"6"0,-2-2 16,0-3-1,3-4-15,-1-7 16,3-6-1,0-10-15,6-7 16,5-5 0,5-5-16,3 1 15,5 1 1,5 3-16,2 5 16,0 5-1,5 9-15,2 6 16,0 9-1,0 9-15,-3 10 16,0 10 0,-3 6-16,-5 4 15,-1 5 1,-3 1-16,-3 0 16,-4-1-1,-2-5-15,-1-7 16,-2-9-1,-1-9-15,2-8 16,1-13-16,0 0 16,0 0-1,0 0-15,4-4 16,3-8 0,4-7-16,6-3 15,2-4 1,4-1-16,1 2 15,3-2 1,2 2-16,4 2 16,4-2-1,3-1-15,0 0 16,-8 5 0</inkml:trace>
  <inkml:trace contextRef="#ctx0" brushRef="#br1" timeOffset="54650.36">12367 2698 0,'33'7'0,"21"-2"15,9-2-15,7-6 32,3-4-32,5 3 0,-3-1 15,0 0 1,-2 2-16,-6-1 15,-7 1 1,-4 1 0,-7 1-16,-6 0 15,-5 1-15,-5 0 16,-3 0 0,-3 0-16,0-2 15,-4-2 1</inkml:trace>
  <inkml:trace contextRef="#ctx0" brushRef="#br1" timeOffset="55603.39">14210 1771 0,'-58'48'0,"-19"25"16,11 5-16,15 3 16,19 0-1,17 2-15,14-2 16,10 1 0,13-4-16,10-10 15,12-14 1,12-17-16,12-18 15,7-16-15,6-18 16,7-11 0,0-9-16,-11-10 15,-20 9 1</inkml:trace>
  <inkml:trace contextRef="#ctx0" brushRef="#br1" timeOffset="56134.58">14588 2093 0,'13'31'0,"11"11"0,4-1 15,2-11 1,0-14-16,-3-9 15,-5-16 1,-2-10-16,-6-6 16,-5-9-16,0-6 15,-4-5 1,-2-2-16,-2 2 16,-2 6-1,1 16-15,4 13 16,6 10-16,7 13 15,8 11 1,12 14-16,7 12 16,6 10-1,1 5-15,-2 7 16,-6 1 0,-7 0-16,-11-5 15,-16-4 1,-15-4-16,-14-5 15,-9-7 1,-13-7-16,-4-9 16,-5-7-1,4-10 1,9-12-16,13-4 16,10-2-1</inkml:trace>
  <inkml:trace contextRef="#ctx0" brushRef="#br1" timeOffset="56822">15502 1872 0,'-41'13'0,"-16"14"0,3 8 16,10 13-1,8 9-15,13 8 16,15 1-1,13-4 1,14-9-16,12-7 16,7-14-16,9-8 15,7-10 1,4-9-16,0-9 16,-2-9-1,-4-9 1,-8-5-16,-6-6 15,-7-6 1,-9-9-16,-6-9 16,-9-9-16,-12-9 15,-7-7 1,-11-5-16,-9-2 16,-12-1-1,-3 8-15,2 13 16,7 18-1,11 18-15,11 21 16,12 14 0,12 14-16,10 15 15,6 12-15,7 10 16,7 13 0,6 7-1,4 2-15,1-2 16,2-7-1,-3-7-15,-5-7 16,-9-13-16,-12-13 16</inkml:trace>
  <inkml:trace contextRef="#ctx0" brushRef="#br1" timeOffset="57290.7">16106 1880 0,'0'0'0,"19"-1"0,4-4 15,-1-1 1,-3-1-16,-6-6 15,-4-4 1,-4-6-16,-3-2 16,-8 1-16,-6 3 15,-7 4 1,-3 9-16,2 9 16,0 12-1,4 11-15,-1 14 16,6 10-1,7 6-15,7 2 16,11 2 0,14-8-16,15-10 15,15-9 1,10-11-16,3-9 16,0-9-1,-15-5-15,-19-1 16</inkml:trace>
  <inkml:trace contextRef="#ctx0" brushRef="#br1" timeOffset="57603.17">16608 1583 0,'0'0'0,"17"27"16,6 22-1,2 18-15,4 14 16,-1 9 0,0 6-16,-6-20 15</inkml:trace>
  <inkml:trace contextRef="#ctx0" brushRef="#br1" timeOffset="67117.73">3035 11300 0,'0'0'0,"0"0"0,0 0 16,0 0-16,0 0 15,0 0 1,0 0-16,0 0 16,0 0-1,0 0-15,0 0 16,0 0-16,0 0 16,0 0-1,0 0-15,0 0 16,0 0-1,0 0-15,0 0 16,0 0-16,-11-9 16,-4-3-1,2-1-15,5-1 16,6 2 0,2 1-16,2 1 15,2 0 1,0 3-16,1 3 15,1 0 1,1 4-16,1-1 16,-8 1-1,0 0-15,9 1 16,0 3 0,-9-4-16,6 5 15,-4 2-15,0 2 16,-6-3-1,-2-3-15,6-3 16,-8 2 0,8-2-16,-6 0 15,0-1-15,0-2 16,6 3 0,0 0-16,0 0 15,0 0 1,0 0-16,0 0 15,0 0-15,0 0 16,0 0 0,0 0-16,0 0 15,0 0 1,0 0-16,0 0 16,0 0-16,-7 0 15,7 0 1,0 0-16,-7 4 31,7-4-31,-4 5 0,4-5 16,0 0-16,0 0 15,0 0 1,0 0-16,0 0 16,0 0-16,0 0 15,0 0 1,0 0-16,0 0 15,0 0 1,0 0-16,0 0 16,0 0-16,0 0 15,0 0 1,0 0-16,0 0 16,0 0-16,0 0 15,0 0 1,0 0-16,0 0 15,0 0 1,0 0-16,0 0 16,0 0-16,0 0 15,0 0 1,0 0-16,0 0 16,0 0-1,0 0-15,0 0 16,0 0-16,0 0 15,0 0-15,0 0 16,0 0 0,0 0-16,0 0 15,0 0 1,0 0-16,0 0 16,0 0-16,0 0 15,0 0 1,0 0-16,0 0 15,0 0-15,0 0 16,0 0 0,0 0-16,0 0 15,0 0 1,0 0-16,0 0 16,0 0-16,0 0 15,0 0 1,0 0-16,0 0 15,0 0-15,0 0 16,0 0 0,2-2-16,-2 2 15,3-4 1,3 0-16,-1-2 16,-5 6-16,0 0 15,4-5 1,0-2-16,-2 1 15,-2 6 1,5-7-16,-5 7 16,3-6-1,3 1-15,-6 5 16,0 0 0,4-6-16,0 2 15,-4 4-15,0 0 16,0 0-1,0 0-15,0 0 16,0 0 0,0 0-16,4-6 15,-4 6 1,0 0-16,0 0 16,0 0-16,0 0 15,5-4 1,-5 4-16,0 0 15,0 0 1,6-4-16,-6 4 16,7-4-1,-7 4-15,0 0 16,0 0-16,6-4 16,-6 4-1,6-5-15,-6 5 16,0 0-1,0 0-15,2-4 16,3 0 0,-5 4-16,0 0 15,0 0 1,3-4-16,-3 4 16,0 0-16,8-2 15,-8 2 1,0 0-16,0 0 15,0 0 1,6-4-16,-6 4 16,0 0-16,0 0 15,4-3 1,-4 3-16,0 0 16,0 0-1,0 0-15,0 0 16,0 0-1,5-6-15,-5 6 16,0 0-16,0 0 16,0 0-1,0 0-15,0 0 16,0 0-16,0 0 31,0 0-31,0 0 0,5-4 16,-5 4-1,5-7-15,-5 7 16,0 0-16,0 0 16,0 0-1,0 0-15,0 0 16,0 0-16,7-4 16,-7 4-1,0 0-15,0 0 16,0 0-16,0 0 15,0 0 1,0 0-16,0 0 16,0 0-1,0 0-15,0 0 16,0 0-16,0 0 16,0 0-1,4-3-15,-4 3 16,0 0-16,5-4 15,-5 4 1,0 0 0,0 0-16,0 0 15,0 0-15,0 0 16,0 0-16,5-3 16,-5 3-1,0 0-15,4-4 16,-4 4-1,0 0-15,0 0 16,0 0-16,0 0 16,0 0-1,0 0-15,0 0 16,0 0-16,0 0 16,5-6-1,-3 2-15,-2 4 16,0 0-16,0 0 15,0 0 1,7-4-16,-3 0 16,-4 4-1,0 0-15,0 0 16,3-5-16,-3 5 16,0 0-1,0 0-15,5-5 16,-5 5-16,0 0 15,0 0 1,0 0-16,0 0 16,0 0-16,0 0 15,7-3 1,-7 3-16,6-4 16,-6 4-16,5-5 15,0 1 1,0 0-16,-5 4 15,0 0-15,7-2 16,-1-1 0,-6 3-16,0 0 15,0 0-15,0 0 16,0 0 0,0 0-16,0 0 15,4-5 1,-4 5-16,0 0 15,7-4 1,2 1-16,-9 3 16,0 0-16,8-3 15,-8 3 1,0 0-16,0 0 16,0 0-1,0 0-15,0 0 16,7-3-16,-7 3 15,0 0 1,9-2-16,-1 0 16,1 1-1,0 2-15,3 2 16,-3 0 0</inkml:trace>
  <inkml:trace contextRef="#ctx0" brushRef="#br1" timeOffset="69102">8258 8764 0,'0'0'0,"0"0"16,0 0-16,0 0 16,0 0-16,0 0 15,0 0 1,0-16-16,0-7 16,2 0-1,3 1 1,2 2-16,0 1 15,-1 1-15,-1 2 16,1 3 0,0 4-16,-1 0 15,1 1-15,0 3 16</inkml:trace>
  <inkml:trace contextRef="#ctx0" brushRef="#br1" timeOffset="70945.55">8845 7692 0,'0'0'0,"0"0"15,0 0-15,0 0 16,0 0 0,0 0-16,0 0 15,0 0 1,0 0-16,0 0 15,-10-17 1,-3-8-16,4-7 16,5-3-1,3-2-15,0-3 16,0-2 0,1-2-16,0-4 15,0-7 1,2-2-16,1-4 15,0-3 1,0-1-16,0-2 16,-1 2-1,1 1-15,-1 0 16,-1 1 0,-1-3-16,0 1 15,0-1-15,0 0 16,0-1-1,-1 0-15,1-2 16,1 4 0,-2-1-16,1 2 15,3 0 1,2 3-16,2-3 16,0-1-1,3 3-15,-2 5 16,-3 6-1,-2 6-15,1 6 16,1 6 0,1 7-16,-3 3 15,-1 7 1,-2 5-16,-1 4 16,-2 0-1,3 7-15,-8 0 16,-2 8-1,-3 4-15,-4 7 16,-1 7-16,-4 1 16,-1 1-1,-3 3 1,4-1-16,1-3 16,1-2-1,2-4-15,2-1 16,3-3-1,1-3-15,4-2 16,1-5 0,7-7-16,0 0 15,0 0-15,0 0 16,-1-5 0,4-10-16,2-8 15,5-4 1,6-11-16,5-2 15,3-3 1,1 1-16,0 3 16,1 3-1,-2 8-15,-2 5 16,1 7 0,-3 5-16,-2 6 15,0 3 1,-3 2-16,3 5 15,1 3 1,-2 4-16,2 5 16,3 2-1,0 5-15,2 2 16,1 2 0,-2 0-16,-1 2 15,1-2 1,6-1-16,7-8 15,-5-6 1</inkml:trace>
  <inkml:trace contextRef="#ctx0" brushRef="#br1" timeOffset="77679.17">9625 13265 0,'0'0'0,"0"0"16,0 0-16,0 0 15,0 0 1,0 0-16,0 0 15,-9 15 1,-1 10-16,2 3 16,2 5-1,3 5-15,0 2 16,5 2 0,-2 3-16,-2 1 15,1 0 1,1 0-1,0 0-15,-2-3 16,1-3-16,0-5 16,0-6-1,-2-4-15,2-6 16,-2-3-16,2-5 16,0-2-1,-6-3-15,-4-3 16,1-1-1</inkml:trace>
  <inkml:trace contextRef="#ctx0" brushRef="#br1" timeOffset="78163.5">9180 14168 0,'16'-14'0,"9"-7"0,6 0 15,4 3 1,4 2 0,4 3-16,4 1 15,4 0 1,4-1-16,4-2 16,3 0-1,2 0-15,-4 2 31,-4 4-31,-10 1 0,-3 2 16,-9 2 0,-7 4-16,-4 3 15,-3 0-15,-3 0 16,-4-1 0,-13-2-16,0-5 15,-4-1 1</inkml:trace>
  <inkml:trace contextRef="#ctx0" brushRef="#br1" timeOffset="78491.59">9943 13980 0,'-1'18'0,"1"9"16,-1 7-16,-2 6 16,-4 4-16,-3 6 15,-3 0 1,0-1-1,1-8-15,3-8 16,1-6 0,1-9-16,-2-12 15,0-10 1,0-4-16</inkml:trace>
  <inkml:trace contextRef="#ctx0" brushRef="#br1" timeOffset="78804.06">9767 13988 0,'0'0'0,"-11"19"16,-6 13-16,1 6 15,2 7 1,1 3-16,-1 4 16,3-1-1,-1-2-15,2-6 16,3-9 0,1-10-16,2-10 15,0-12-15,-3-13 16,1-13-1,2 1 1</inkml:trace>
  <inkml:trace contextRef="#ctx0" brushRef="#br1" timeOffset="79038.39">9600 14031 0,'-17'26'0,"-4"17"16,3 8-16,2 4 15,4 0 1,2-3-16,6-7 16,0-8-1,-2-11-15,-1-11 16,0-7-1</inkml:trace>
  <inkml:trace contextRef="#ctx0" brushRef="#br1" timeOffset="79304">9390 14065 0,'-14'35'0,"-6"22"16,0 17-16,-2 13 15,3 14 1,-6 10-16,4-21 15</inkml:trace>
  <inkml:trace contextRef="#ctx0" brushRef="#br1" timeOffset="96974.32">5080 10585 0,'-19'15'0,"-10"10"16,-6 8-16,-2 3 15,-2 5 1,-7 2-16,-5 4 16,-3 0-1,1-1-15,3-4 16,1-3-1,7-7-15,8-5 16,11-5 0,4-7-16,3-12 15,3-4 1</inkml:trace>
  <inkml:trace contextRef="#ctx0" brushRef="#br1" timeOffset="97427.4">4829 10193 0,'-20'10'0,"-14"11"16,-4 8-16,-5 10 15,-1 11 1,-8 9 0,-2 7-16,-7 6 15,1 3 1,-2 0-16,4 0 15,6-6 1,7-8-16,6-11 16,12-11-1,9-14-15,6-15 16,9-14-16,6-13 16,3-2-1,8-23-15,8-14 16,-5 6-1</inkml:trace>
  <inkml:trace contextRef="#ctx0" brushRef="#br1" timeOffset="97786.73">4485 10065 0,'-23'14'0,"-10"11"15,-11 13 1,-2 7-16,-8 11 16,-4 7-1,-1 3 1,-2 6-16,-2 2 15,1 3 1,-1-3-16,3-1 16,6-8-1,8-12-15,9-13 16,13-12 0,12-20-16,8-14 15,4-5 1,0 2-16</inkml:trace>
  <inkml:trace contextRef="#ctx0" brushRef="#br1" timeOffset="98224.18">4343 9768 0,'-45'33'0,"-26"23"16,-8 12-1,-5 10-15,-2 5 16,-7 5 0,1 3-16,2 3 15,2 2 1,8-2-16,7-7 16,9-10-1,11-7-15,7-10 16,10-7-1,12-10-15,7-12 16,8-9 0,5-10-16</inkml:trace>
  <inkml:trace contextRef="#ctx0" brushRef="#br1" timeOffset="129017.67">9306 4535 0,'0'0'0,"0"0"15,0 0 1,0 0-16,18 0 0,6 0 15,1 0 1,-1 3-16,0 1 16,-1 0-1,-2 0-15,1-1 16,2 3 0,3-2-16,0 2 15,4-1 1,0-2-16,3-1 15,4 0 1,3 1-16,2-2 16,0 2-1,-1-2-15,5-1 16,4 0 0,-1 0-16,3 0 15,0-1 1,1-1-16,3 2 15,1 0 1,2 0-16,-1 0 16,3 2-1,0 2-15,1-2 16,2 1 0,0-2-1,1-1-15,3 0 16,1 0-16,1 0 15,3 2 1,-2 0 0,3-1-16,2 1 15,0 2 1,5-3-16,-2 3 16,0-1-1,1-1-15,0 1 16,-1 0-1,2 2-15,-2 0 16,-1 2 0,1 2-16,0-1 15,1-2 1,-1-1-16,1-2 16,-1 0-1,-3 1-15,1-1 16,-1 2-1,-1 1-15,-2 1 16,-3 2 0,-2-1-16,-3-2 15,1-1 1,-2 0 0,0-1-16,-1-2 15,1-2-15,-2 0 16,-4 0-1,1 0-15,-2 0 16,-2 0 0,-3 0-16,-3 0 15,0 0 1,-4 0-16,-1 0 16,-3-1-1,-2 0 1,-2-1-16,-3-1 15,-3 0-15,0 1 16,-2-1 0,-2 1-16,-3-3 15,-4 1 1,-1 1-16,-3 2 16,-2-3-1,-3 1-15,1 2 16,-2 0-1,1-2-15,-3 0 16,0 2 0,-1-1-16,1 1 15,-1-1-15,0-1 16,-8 3 0,11-1-16,-1 0 15,-10 1-15,0 0 16,8-1-1,-8 1-15,8-2 16,1-1-16,0 0 16,-1-1-1,2 1-15,-2 2 16,-2-2 0,3 0-16,0 0 15,-1 0 1,0-1-16,-8 4 15,8-1-15,1 0 16,-9 1 0,0 0-16,8 0 15,0 0 1,-8 0-16,0 0 16,0 0-1,0 0-15,9 3 16,-2 3-1,-4 2-15,1 1 16,-1 0-16,0 2 16,-2 0-1,-1 3 1,0 0-16,0 4 16,0 3-1,0-2-15,0 2 16,-1 1-1,0-1-15,0 0 16,0-1 0,0 3-16,1 0 15,-2 1 1,1-2-16,1-1 16,-1-3-1,0 1-15,1-4 16,0 2-16,-1-4 15,2 0 1,1-2-16,-2-11 31,0 0-31,0 0 0,0 0 16,0 0 0,0 0-16,-4 2 15,-4-8 1,-2-7-16,0-7 15,-2-3 1,1 0-16,2 6 16,2 5-1,3 5-15,4 7 16,0 0-16,0 0 16,-2 3-1,7 11-15,1 8 16,4 3-1,3 3-15,-1-4 16,1-5 0,3-9-16,0-13 15,4-15 1,2-16 0,4-12-16,-5-1 15,-4 12-15</inkml:trace>
  <inkml:trace contextRef="#ctx0" brushRef="#br1" timeOffset="130408.14">14865 5369 0,'0'0'0,"0"0"0,0 0 16,0 17-16,2 7 16,-1 1-1,-3-5-15,-2-4 16,-3-4-16,-1-7 15,-3-5 1,-4-7-16,-1-7 16,-3-7-1,3-3-15,0 1 16,6 1 0,6 7-16,5 1 15,7 1 1,3 3-16,5 1 15,4 2 1,2 5-16,1 2 16,-2 9-1,-4 7-15,-3 7 16,-6 7 0,-3 6-16,-7-2 15,-2-4 1,-1-8-1,-2-9-15,1-10 16,-3-12-16,-5-11 16,-2-9-1,-2-5-15,2-4 16,4 5-16,5 5 16,7 5-1,6 3-15,5 5 16,3 4-1,8 4-15,2 3 16,4 6 0,0 7-16,-4 5 15,-2 5 1,-5 3-16,-9 5 16,-6 2-1,-4-1-15,-2-2 16,-7-6-1,-2-6-15,-2-8 16,-3-6-16,-3-10 16,-3-9-1,3-9-15,4-1 16,8 0 0,7 1-16,4 9 15,6 6 1,7 2-16,1 7 15,5 7 1,2 5-16,-1 6 16,-4 3-1,-3 8-15,-7 1 16,-6 2 0,-5-2-16,-7-7 15,-2-6 1,-5-9-16,-4-12 15,-8-10 1,0-8-16,4-2 16,4 6-16,6 5 15,7 4 1,8 13-16,0 0 16,5-4-1,10 7-15,3 0 16,-6-2-1</inkml:trace>
  <inkml:trace contextRef="#ctx0" brushRef="#br1" timeOffset="162811.07">15309 5191 0,'0'0'0,"0"0"16,0 0-1,0 0-15,0 0 16,0 0-16,0 0 16,0 0-1,0 0-15,0 0 16,18 13-1,10 10-15,1 3 16,2 3 0,0 5-16,1 3 15,2 2 1,3 4-16,1-2 16,4 3-1,3 0-15,2-1 16,3 5-1,1 1-15,-2 3 16,1 5 0,-1 2-1,-1-1-15,2-2 16,-1 0-16,3-3 16,1-1-1,-3-3 1,0 2-16,2 1 15,-2-2-15,-1 1 16,-2 2 0,0-2-1,-2 0-15,0 0 16,-4 0 0,1-2-16,-3 0 15,0-1 1,-1-2-16,-1-5 15,-2 0 1,-3 0-16,1 4 16,0-3-1,-3 1-15,-1 1 16,-2-4 0,-1 2-16,1-3 15,0 1 1,0 0-16,0 1 15,-2-4 1,-1 0 0,-2-3-16,-1 0 15,0-4-15,-2-1 16,0-4 0,1-3-16,-3-4 15,-1-1 1,-2-2-16,-2-4 15,0-5 1,-4-2-16,-2-1 16,-6-3-1,5-4-15,-1-5 16,-3-7 0,-4-5-16,-2-6 15,1-6 1,-2-7-16,0-1 15,-2-5 1,-2 2-16,0 3 16,1-1-1,-3 6-15,3 5 16,0 6 0,0 7-16,3 6 15,3 6 1,3 6-16,0 0 15,0 3 1,3 7-16,2 5 16,1 7-1,0 7-15,2 2 16,2 4 0,1 3-16,-2 3 15,-1-2 1,-1-1-16,2-2 15,-1-2 1,-2-4 0,-1-2-16,0-1 15,0-5 1,-2-4-16,0-2 16,0-7-16,-3-9 15,0 0 1,0 0-16,0 0 15,0 0 1,-9 3-16,-2-6 16,-2-1-16,-4 1 15,-3-4 1,-2 0-16,2-1 16,1 0-1,-4-1-15,1 1 16,1 2-1,1-1-15,-3 2 16,5 1 0,-1 1-16,0 0 15,2 2 1,4-1 0,4 2-16,3 3 15,6-3-15,-7-4 16,-1-3-1</inkml:trace>
  <inkml:trace contextRef="#ctx0" brushRef="#br1" timeOffset="171576.02">17656 8679 0,'0'0'0,"0"0"15,0 0-15,0 0 16,0 0 0,0 0-16,0 0 15,12 18 1,4 6-16,-1 0 15,-3-3 1,-1-4-16,-2 0 16,-3-3-1,-3-2-15,-1 0 16,-5-3 0,-3-2-1,-1-1-15,0-3 16,1-8-16,0-4 15,-1-3 1,1 0-16,1-3 16,3-2-16,4-2 15,4-3 1,5 2-16,4 5 16,3 2-1,2 6-15,-2 2 16,-1 5-1,-3 6-15,2 1 16,-5 6 0,-4 4-16,-5 3 15,-5 1 1,-5-2-16,-6 2 16,-4-2-1,-5-3-15,1-3 16,-2-5-1,1-5-15,3-6 16,2-2-16,4-5 16,4-4-1,4-3 1,6 1-16,6-1 16,10-2-16,3 1 15,3 4 1,2 4-1,0 7-15,-1 7 16,-5 3-16,-4 4 16,-3 5-1,-3 0-15,-4-1 16,-3-2 0,-4 0-1,-4-3-15,-6-2 16,-2-3-16,-3-2 15,0-4 1,-4-5-16,3-4 16,5-6-1,1-3-15,6-2 16,7-2 0,3-1-16,3 3 15,6 2 1,6 6-16,3 3 15,0 8 1,-1 3-16,0 5 31,-2 6-31,-3 5 0,-9 3 16,-8 2 0,-7 4-16,-8 1 15,-2-1 1,-4-5-16,-1-4 15,2-8 1,-2-6-16,1-6 16,2-7-1,4-6-15,5-5 16,8 0 0,3 3-16,6 5 15,6 3 1,4 3-16,8 10 15,8 15 1,-3 3-16</inkml:trace>
  <inkml:trace contextRef="#ctx0" brushRef="#br1" timeOffset="193776.7">18076 8968 0,'0'0'0,"0"0"0,0 0 16,0 0-1,0 0-15,0 0 16,0 0-1,0 0-15,0 0 16,0 0 0,0 0-16,0 0 15,15 2 1,6 2-16,4-3 16,-1 0-1,0 1-15,2 2 16,-1 0-1,2-1-15,1 2 16,1-2 0,2 0-16,2-2 15,-1-1 1,3 0-16,2 0 16,5 0-1,-1 0-15,0 0 16,4 0-1,-2 4-15,4-1 16,-4-1 0,2-1-16,-1-1 15,1 0 1,2 0-16,-2 2 16,3 1-1,1-3-15,-1 0 16,-1 3-1,-2 1-15,-1-3 16,3 1 0,0 0-1,0 0-15,-1 3 16,0-2 0,2-1-16,-1 0 15,2 2 1,0-2-16,-2 0 15,-3-2-15,5 1 16,2 1 0,1-2-16,-1 2 15,-1-1 1,3-1 0,0 0-16,1 0 15,-5 0 1,2-2-16,-1-1 15,1 2 1,2 0-16,-2 0 16,-5 3-1,1-2-15,0 1 16,0-1 0,0-1-16,-3 2 15,2 1 1,2-3-16,-4 0 15,3-2 1,-3 2-16,3-3 16,-1 1-1,-2 1-15,-2-1 16,0 0 0,0-1-1,-1 3-15,-5 0 16,1-1-16,0 2 15,-4-1 1,-1 1-16,-1-3 16,0 0-1,-2 0-15,-1-1 16,-1 4 0,-2-1-16,-1 1 15,-1 2 1,-6-2-16,-1 2 15,-1 3 1,1 1-16,-2 2 16,-1 0-1,-2 1-15,-1 0 16,0 4 0,-1 0-16,-3 0 15,0 3-15,2 3 16,0 0-1,-2 1-15,1 3 16,-1 2 0,-2 4-16,-1 2 15,-1 4 1,-1 1 0,-1 0-16,-1 2 15,0 2 1,0 2-16,0 2 15,-2 1 1,-1-1-16,-1 0 16,2 1-1,-1 1-15,-1-1 16,1 1 0,1 4-16,-1 0 15,1 2 1,-4 0-16,2 3 15,-2-1 1,3-2-16,0 4 16,-3 0-1,0 1-15,1 2 16,0 2 0,0-1-16,-1-2 31,1-2-31,0 0 0,0 0 15,2 4-15,-4-1 16,1 0 0,3 1-16,-2 4 15,0 2 1,0 1 0,1 1-16,-1 0 15,2 3 1,-3 0-16,1 1 15,-1-1 1,0 4-16,-1-1 16,2 1-1,-4 3-15,0-1 16,1 1 0,1 0-16,1-4 15,1 0 1,0-2-16,-1-2 15,3-2 1,1-2-16,0-1 16,2 1-1,-4-3-15,2 0 16,1 0 0,-1-3-1,-1-3-15,-1-2 16,0-5-16,-1 0 15,3-3 1,0-1-16,0-4 16,-1-8-1,0-3-15,-1-3 16,1-3-16,-3-2 16,3-2-1,-2-2-15,0-2 16,-1-2-1,2-1-15,-1-1 16,0-3 0,-2 0-16,-2-4 15,-1 0 1,-2 1-16,-1 1 16,2-1-1,-1-4-15,0 0 16,-5 0-16,1-1 15,-2 1 1,-1-1-16,-1-2 16,-1 0-1,-1 2-15,-3 1 16,-2-1 0,1 2-16,-4-1 15,0 1 1,-1-2-16,-3 4 15,2-3 1,0 1-16,-1-4 16,-4 0-1,0 3-15,-2 2 16,0-1 0,2-1-16,-1-1 15,-1 3 1,-2-2-16,-2-2 15,1 2 1,0 0-16,0-2 16,1 1-16,-3-2 15,1 2 1,0-2-16,-1 3 16,1-1-1,-2-1-15,2-1 16,-1 0-1,-2 0-15,-1 0 16,1 0 0,1 0-16,-1 0 15,-3 0-15,-1 0 16,2 0 0,-3 0-16,-2 0 15,4 3 1,-4-3-16,0 3 15,2-2 1,-1-1-16,-3 0 16,-1 1-1,0-1-15,2-1 16,-2 1 0,0-1-16,0-1 15,0 1 1,-2 1-16,0 0 15,0 0 1,-1-2-16,4 0 16,-2-3-1,-2 1-15,-1 0 16,3-1 0,1 0-16,0 1 15,2 1 1,0 1-16,-2 0 15,-1 2-15,1 0 16,3 0 0,2-1-1,-1-2-15,1 2 16,2-2 0,-2 3-16,0 0 15,5 0-15,-2 0 16,3 0-1,-2 0-15,2 0 16,-1 0 0,2 0-1,-3-1-15,5-1 16,-2 1 0,2 0-1,0 1-15,1 0 16,1-2-16,1-1 15,2 2 1,2-1-16,2 2 16,0 0-1,-2 0-15,3 0 16,1 0-16,3-2 16,-4-1-1,5 2-15,-3 1 16,1 2-1,1-2-15,-1 0 16,2 0 0,0 0-16,-1 0 15,4 0 1,-1 0-16,-3 0 16,1 3-1,-2 0-15,1-1 16,4-1-1,0 1 1,-1 1-16,-2 0 16,-3 0-16,5 0 15,0-1 1,1-2-16,2 0 16,-2 0-1,-2 0-15,1 0 16,-1 0-16,4 0 15,-2 0 1,3 0-16,1 0 16,0 0-1,-1-1-15,0 0 16,2-1 0,0 2-16,0 0 15,5 0 1,1 0-16,5 0 15,1 0-15,2 0 16,6 0-16,0 0 16,0 0-1,0 0-15,-1 4 16,4 5-16,5 2 16,1 1-1,5 2 1,2 3-16,-1 0 15,-3 1-15,1-5 16,1 3 0,-3-3-16,2-1 15,-4-2 1,-3-1-16,-6-9 16,0 0-1,0 0-15,0 0 16,0 0-16,0 0 15,-3-6 1,-3-6-16,-1 0 16,-5-5-1,0-1-15,0-4 16,-3-1 0,1 4-16,-3-2 15,4 2 1,3 4-16,4 3 15,2 2 1,0 4-16,1 0 16,3 6-16,2-6 15,2 0-15,1 1 16,1-3 0,1 1-16,5-1 15,7-2 1,-1 0-16,1-2 15,3 0 1,0-1-16,0 0 16,2-1-1,-1 0-15,-2 0 16,0 2 0,0 0-16,-5 2 15,0 0 1,-5 1-16,-2 2 15,1 0 1,-4 2-16,-6 5 16,7-3-16,3-3 15,2-5 1,-3-5-16,-3 1 16</inkml:trace>
  <inkml:trace contextRef="#ctx0" brushRef="#br1" timeOffset="200729.06">15024 13682 0,'-17'7'0,"-8"2"16,2-2 0,3-1-16,1-2 15,2 3 1,-1 0-16,0 0 15,-2-3-15,-2 0 16,1 2 0,-1-4-16,0-2 15,-3 0 1,1 2-16,-2-2 16,-3 3-1,0-2-15,-3-1 16,1 0-1,-1 3-15,-2-3 16,1 0 0,-1 0-16,0 0 15,-2-2 1,1 0-16,-1 0 16,2-1-1,-2-2-15,1 2 16,-4 2-1,1 2 1,-2 2-16,2-2 16,-4 1-16,2-2 15,-2 2 1,-1 1-16,-1-1 16,0 2-1,0 0-15,-2 3 16,2 3-1,-5-1-15,0 2 16,1-1 0,-2-1-16,-2-1 15,-1 1 1,1-1-16,2 1 16,-1-1-1,0 0-15,-1-1 16,1 1-1,0-2-15,0 0 16,0-3 0,2-1-16,-2-2 31,0 2-31,2 1 0,-2-1 16,2-1-1,2-1-15,-4-1 16,0 0-1,1-2-15,-1-2 16,1 1 0,3-3-16,0 3 15,1 0 1,1 0-16,1-3 16,1 1-1,-3 0-15,5-2 16,-2 1-1,1 1-15,1 0 16,2 1 0,0 3-16,1-1 15,2 0 1,0-1-16,2 0 16,2 1-16,2-1 15,1 0 1,-1 1-16,1 0 15,0 2 1,0 1 0,3 0-16,2 0 15,1 3-15,1-1 16,2 0 0,-1 2-16,1-1 15,0-2 1,3 0-16,-1-1 15,3 0 1,-1 0-16,3 0 16,1-1-16,4 1 15,0-1 1,1-2-16,-1-3 16,2 2-1,2-3-15,2-2 16,1-1-1,0-3-15,1-1 16,0-4 0,0-1-16,2-4 15,1-1 1,2-4-16,2-4 16,0 0-1,-4-4-15,-1-2 16,4-2-1,-1-1-15,0-1 16,1 0 0,-3 2-16,-1-1 15,-2 0 1,0-2-16,0-2 16,0 0-1,0-1-15,0 0 16,0 0-1,-3-1-15,0-4 16,-1-2 0,2-1-16,1-2 15,-2 0 1,0-2-16,0 0 16,-1-1-1,1 1-15,2-2 16,-2-1-1,0-3-15,1 1 16,1-3 0,-2 1-16,0-1 15,0-1 1,0-1 0,-1 1-16,-2-1 15,3-1 1,0-1-16,0-1 15,2 0 1,-2 1-16,-2-5 16,1-3-1,3 1-15,0-1 16,0-2 0,3 1-16,3-3 15,0-1 1,-2 3-16,2 1 15,0-1 1,3 2-16,-1 1 16,0 1-1,2 3-15,0 0 16,-1 1 0,2 3-16,-2 2 15,-1 1 1,1 3-1,2 2-15,-2 2 16,-1 2 0,2 1-16,0 3 15,0 3 1,-1 4-16,2 3 16,-2 5-1,-3 5-15,0 2 16,-1 7-1,-1 3-15,-2 4 16,2 1 0,-4 5-16,-2 4 15,3-1 1,0 8-16,0 0 16,0 0-16,0 0 15,0 0 1,0 0-16,0 0 15,0 0-15,0 0 16,0 0 0,0 0-16,0 0 15,5-1 1,2 3-16,1 0 16,0 0-16,3 4 15,1-2 1,3-1-16,3 0 15,2-1 1,-2-2-16,1 0 16,3 2-1,-1 1-15,2-2 16,1 1 0,2 1-16,-1-1 15,-3 1 1,1 0-16,-1-1 15,-5 1 1,0 0-16,-2-1 16,-2 0-1,-5-1-15,-8-1 16,7 2 0,-7-2-16,0 0 15,2-3-15,-3-4 16,-2-1-1,0 0 1,-1-3-16,-2 1 16,-2-3-16,-2-1 15,0 2 1,-1-2-16,0-1 16,-1 4-1,0-2 1,2 3-16,2 0 15,1 1-15,0 4 16,7 5-16,-6-3 16,6 3-1,0 0-15,0 0 16,3 1-16,7 5 16,2 1-1,1 3-15,5 1 16,0 1-1,1 1-15,2 0 16,0 2 0,-4-3-16,-1 2 15,-3-1 1,-1-1-16,0-1 16,-4 0-1,-3 0-15,0-2 16,-1 1-1,-4-10-15,3 9 16,-3-9-16,-5 11 16,-4 0-1,-5 2-15,-5-2 16,0 1 0,-4-1-16,-2 1 15,0 0 1,2-1-1,7-1-15,4-2 16,9 1-16,3-9 16,3-5-1,3-3-15</inkml:trace>
  <inkml:trace contextRef="#ctx0" brushRef="#br1" timeOffset="202197.65">12055 8755 0,'0'0'0,"0"0"16,0 0 0,-8 14-16,-2 2 15,-2 3 1,-3-5-16,-4-1 16,0-5 15,-2-3-31,1-2 0,-1-1 15,-2-5-15,3-5 16,2-1 0,1-6-16,7-1 15,-3-3 1,1 3-16,5 0 16,3 4-16,1-2 15,6 1 1,5 7-16,3 3 15,4 2 1,3 3 0,1 2-16,0 5 15,-1 3-15,0 5 16,-6 1 0,-6 1-16,-6 3 15,-3-1 1,-3-3-16,-2-2 15,-5-3 1,0-4-16,0-5 16,1-8-1,-1-3-15,0-3 32,2 0-32,0-3 0,5-3 15,4-2-15,3-3 16,4 3-1,2 1-15,4 2 16,5 3 0,1 4-16,2 6 15,-2 2 1,1 6-16,-4 5 16,-2 3-1,-6 4-15,-2 4 16,-7 2-1,-3-2-15,0-4 16,3-6 0,-1-2-16,-2-2 15,0-6 1,0-4-16,-2-2 16,0-4-16,2-5 15,4-4 1,2-2-16,3-1 15,3-2 1,5 2-16,-2 3 16,2 3-1,2 1-15,-1 5 16,3 3 0,2 4-16,-1 3 15,-2 3 1,1 3-16,-5 2 15,-3 1 1,-3 3-16,-3 1 16,-5 0-1,-5 0-15,-1-2 16,-4-2 0,1-3-16,-3-4 15,-1-8 1,-2 0-16,3-3 15,-1-3 1,0-2-16,2-3 16,2 2-1,1-3-15,4 2 16,3 3 0,5 11-1,0-10-15,6 6 16,4 5-16,5 5 15,2 6 1,5 7-16,-4-1 16</inkml:trace>
  <inkml:trace contextRef="#ctx0" brushRef="#br1" timeOffset="-153897.33">13003 8636 0,'0'0'0,"0"0"15,0 0-15,0 0 16,-11-4 0,1-1-16,0 2 15,10 3 1,-1 3-16,4 6 15,6 3 1,3 5-16,1 1 16,2 1-1,3 3-15,4 4 16,3 1 0,3 7-16,-1 1 15,0 2 1,2 5-16,1 3 31,2 1-31,0 2 0,-1 3 16,4-1-1,0 6-15,0 1 16,-1 3 0,5 2-16,0 1 15,2 0 1,-1-2-16,5 6 15,-2-2 1,-3 1 0,2 2-16,-2-2 15,5 0 1,-3 2-16,0 0 16,0 0-1,2 1-15,-2 0 16,-1 0-1,0 0-15,-2 1 16,0-3 0,0 1-16,-1 1 15,-1-1 1,5 0-16,-5-3 16,3 1-1,0-3-15,0-5 31,-3 1-31,2-2 16,2 0-16,-4-2 16,3-2-16,-3 1 15,1-3 1,-5 1-16,-3-1 16,2-2-1,1-2-15,-1-2 16,-3-4-1,-1 0-15,-2-1 16,-2-3 0,1-1-16,2-2 15,-3-1 1,-1 1 0,-2 0-16,-3-3 15,-2-2 1,-1-1-16,0 1 15,-1-1 1,-3 1-16,-3 3 16,-3-2-1,-1-1-15,-2-1 16,-2-3-16,0-1 16,-1 1-1,-5-3-15,-3-1 16,-4 1-1,-4 0-15,-2 2 16,-3-3 0,-4 0-16,-4-2 15,0-2 1,-2-1-16,1-5 16,0-1-1,-4-1-15,-3-2 16,-5 1-1,-1-2-15,-4 0 16,-3 4 0,-1-2-16,0 0 15,-2-2 1,0-3-16,3-1 16,-1-1-1,-1-1-15,0 0 16,-2-1-1,-3-2-15,0 1 16,3-1 0,0 2-1,-3 1-15,0 2 16,0-2 0,-1 0-16,-1 2 15,0 1 1,0-1-16,-1-1 15,-1-1 1,2 0-16,0-1 16,1 0-1,0 0-15,-3 0 16,-2-2 0,-3 2-16,0-2 15,0-2 1,-2 2-16,0 2 15,-2 0 1,-3-2-16,-2 0 16,0 2-1,-2 0-15,-1 0 16,-3 3 0,-2 0-16,2 1 15,-3 0 1,1-1-1,-2-1-15,5-1 16,0 0 0,2-1-16,1 0 15,0 0 1,-3 0 0,-1-2-16,4 0 15,2 0-15,3 0 16,1-1-1,1 1-15,2-2 16,3-3 0,2-2-16,3 1 15,0-1 1,5 1-16,2-1 16,8-1-1,-1 1-15,5-2 16,3 3-1,3 1-15,8 1 16,2 1 0,5 2-16,2-2 15,5 4-15,1 2 16,13 0 0,0 0-16,-10 4 15,6 7 1,2 4-16,4 6 15,0 5 1,-1 6-16,-1 3 16,-1 8-1,-1 7 1,1 6-16,-2 2 16,-4 7-16,4 2 15,0 1 1,-1 3-16,1 0 15,0 1 1,0-1 0,2 1-16,-3 2 15,-3-1-15,3 1 16,0 1 0,-3-3-16,-1 0 15,-1 0 1,2 0-16,0-5 15,-1 0 1,1-2-16,-1-1 16,1-3-1,0-3-15,-1 1 16,-1-4 0,1-2-16,4-2 15,-3-4 1,4-1-16,-2-7 15,-3-2 1,2-6-16,2-2 16,2-4-1,-1-5-15,0-2 16,1-4 0,-1-2-16,-3-4 15,2-2-15,4-6 16,0 0-1,-5 3-15,-1 0 16,0-2 0,1-2-16,-3-2 15,2-2 1,-2-4-16,1 0 16,-1-4-16,-3-4 15,1-2 1,0-2-16,0 0 15,0-2 1,1-1 0,-2 1-16,1-2 15,0 2-15,2 1 16,0 0 0,2 4-16,2 3 15,1 3-15,2 3 16,0 1-1,1 1-15,0 7 16,0 0-16,6-6 16,2 4-1,0 5-15,2 6 16,2 3-16,1 3 16,3 2-1,1 5-15,0 3 16,1 3-1,-1 2-15,-2 1 16,0 4 0,-1-2-16,-1 1 15,-3-1 1,-1-1-16,0-7 16,-2-5-1,-4-6-15,-3-14 16,2 9-1,-2-9-15,0 0 16,0 0 0,0 0-1,0 0-15,0 0 0,0 0 16,0 0 0,0 0-16,0 0 15,0 0 1,0 0-16,6-2 15,4-9 1,1-2-16,0-2 16,0 0-16,2 0 15,4-1 1,-5 0-16,2 2 16,1-1-16,3 0 15,-1-1 1,3 0-16,0-1 15,1-1 1,3-5-16,5-3 16,6-6-1,-3-6-15,-8 5 16</inkml:trace>
  <inkml:trace contextRef="#ctx0" brushRef="#br1" timeOffset="-146429.39">24707 2554 0,'0'21'0,"0"13"0,-1 9 15,0 10 1,0 6-16,-2 13 15,0 13 1,1 10 0,-3 11-16,-4 10 15,1 8 1,-1 7-16,-4 9 16,2 11-1,1 9-15,3 5 16,-3 10-1,4 4-15,-1 9 16,3 2 0,-3-5-16,4-4 15,3 0 1,1 5-16,-1 9 16,0 3-1,6-1-15,-1 0 16,3-6-1,0-3-15,2-8 16,-2-10 0,-1-14-16,3-13 15,0-13 1,-2-20-16,2-12 16,-3-19-1,-3-11-15,-1-20 16,0-14-1,-2-19-15,-7-20 16,-2-7 0</inkml:trace>
  <inkml:trace contextRef="#ctx0" brushRef="#br1" timeOffset="-145148.28">22645 5879 0,'82'-25'0,"47"-11"0,21 0 16,8 6-1,5 4-15,10 0 16,12 3-1,10 3-15,13-2 16,5 2 0,10 0-16,13 3 15,9 0 1,10-1 0,10 1-16,8 2 15,7 4 1,5 4-16,5 1 15,5 3 1,1 2-16,-1 0 16,-6 3-1,-5 1-15,-4 4 16,-7 3 0,-7 0-16,-8 3 15,-10 1 1,-14 0-16,-11-1 15,-21 1-15,-16-2 16,-13 3 0,-10 0-1,-15-3-15,-14 0 16,-16-2 0,-16-1-16,-17-5 15,-13-2 1,-17-4-16,-13-2 15,-14-2 1,-11-2-16,-9-3 16,-5-2-16,-11-2 15,-10-3 1,-13 0-16,-14-5 16,-10 1-16,-7 3 15,0-4 1,-4 4-16,4 2 15,6 3 1,8 3 0,10 4-16,9 3 15,11 1-15,9 4 16,9 2-16,11 5 16,14 3-1,12 3-15,11 5 16,8 3-1,5 3 1,5-1-16,2 3 16,-3 0-16,-8 1 15,-10 0 1,-7 0-16,-12-3 16,-10 3-1,-13-1-15,-12 5 16,-14 2-1,-14 5-15,-16 6 16,-18 3 0,-7-10-16,-7-17 15,16-8 1</inkml:trace>
  <inkml:trace contextRef="#ctx0" brushRef="#br1" timeOffset="-144210.89">24733 2527 0,'2'-19'0,"-1"-4"0,-1 5 16,0 18-16,-2 0 16,-2 20-1,-3 9-15,-11 10 16,-4 3-1,-3 2-15,-5-5 16,1-3 0,5-9-16,2-6 15,8-8 1,4-5-16,10-8 16,-2-7-16,8-12 15,1-11-15,3-8 16,4-5-1,2-2-15,2 7 16,3 7 0,7 11-16,10 11 15,9 12 1,9 10-16,5 5 16,1 5-1,-3 0-15,-13-7 16,-16-5-1</inkml:trace>
  <inkml:trace contextRef="#ctx0" brushRef="#br1" timeOffset="-143710.95">24121 1966 0,'0'0'0,"22"19"0,13 9 16,5 3 0,0-6-16,0-7 15,0-9 1,-4-4-16,-6-5 16,-5-6-1,-7-4-15,-4-5 16,-2-9-1,-3-9-15,0-11 16,-3-9 0,-5-4-1,-6-1-15,-9 4 16,-5 7 0,1 13-16,2 12 15,4 3 1,1 6-1</inkml:trace>
  <inkml:trace contextRef="#ctx0" brushRef="#br1" timeOffset="-143304.75">24590 1727 0,'10'19'0,"8"10"16,8 1-16,4-3 15,3-4 1,-1-10-16,-4-8 16,-4-5-16,-6-7 15,-5-1 1,-4-8-16,-1-4 15,-3-3 1,-5-3-16,-4-5 16,-6 0-16,-8 3 15,-7 8 1,-9 8-16,-3 10 16,-3 12-1,7 11-15,8 8 16,10 0-1,10-8-15,4-7 16</inkml:trace>
  <inkml:trace contextRef="#ctx0" brushRef="#br1" timeOffset="-142726.68">24884 1821 0,'19'-15'0,"5"-10"32,2-5-32,-4-2 0,-4-4 15,-5-2 1,-3 4-16,-5 8 16,5 15-1,1 10-15,5 8 16,4 6-1,5 0-15,0-3 16,-1-1-16,-1-6 16,1-6-1,-2-7 1,-1-8-16,-1-3 16,-1-11-1,-3-11-15,-6-11 16,-7-6-1,-10 0-15,-8-4 16,-7 6 0,-7 8-16,-6 11 15,2 7 1,3 10-16,9 12 16,9 6-16,8 9 15,10 9 1,13 8-1,8 10-15,9 9 16,8 12-16,3 4 16,5-3-1,1-3-15,-1-4 16,-4-8 0,-6-11-16,-10-13 15,-11-6 1</inkml:trace>
  <inkml:trace contextRef="#ctx0" brushRef="#br1" timeOffset="-142539.22">25596 1243 0,'-28'31'0,"-20"23"0,-12 22 15,-1 5 1,13-15-16,17-23 16</inkml:trace>
  <inkml:trace contextRef="#ctx0" brushRef="#br1" timeOffset="-141758.03">27248 5234 0,'0'0'0,"0"0"0,2 23 16,4 18 0,1 6-16,0 3 15,-1 2 1,-3 0-16,-1-3 16,-1-2-1,-1-5 1,2-6-16,1-9 15,1-4-15,-1-4 16,0-4 0,-2-5-16,-1-2 15,0-8 1,-3 3-16</inkml:trace>
  <inkml:trace contextRef="#ctx0" brushRef="#br1" timeOffset="-141211.22">27298 6084 0,'2'27'0,"2"21"0,0 3 16,-4-1-16,0-7 16,0-10-1,2-9-15,0-9 16,-2-15-16,0 0 15,-1-3 1,-2-11-16,0-12 16,-1-9-1,1-3-15,2 4 16,2 6 0,4 12-16,3 6 15,6 7-15,5 9 16,3 6-1,4 2-15,9-2 16,0 1 0,1-2-16,-3-2 15,-5-6-15,-6-4 16,-4-3 0,-1-8-16,-8-6 15,-3 2 1,-3 5-16</inkml:trace>
  <inkml:trace contextRef="#ctx0" brushRef="#br1" timeOffset="-141008.12">27416 6007 0,'-57'31'0,"-26"18"0,-2 5 16,9-2 0,18-4-16,19-14 15,19-12 1,8-9-16</inkml:trace>
  <inkml:trace contextRef="#ctx0" brushRef="#br1" timeOffset="-140476.92">29637 4944 0,'0'0'0,"0"0"15,10 24 1,2 21-16,-5 13 16,-5 13-1,-6 7 1,-1 5-16,1-2 15,3-3 1,3-3-16,4-5 16,2-7-1,4-6-15,-1-5 16,2-8 0,-4-12-16,-2-12 15</inkml:trace>
  <inkml:trace contextRef="#ctx0" brushRef="#br1" timeOffset="-139961.35">29637 6407 0,'-20'-6'0,"-7"-2"0,1-3 16,9-5-16,10-4 15,8-6 1,9-1-1,9 2-15,8 5 16,1 6-16,4 5 16,-5 8-1,-3 8-15,-7 10 16,-9 6 0,-7 9-16,-5 2 15,-9 3 1,-3 3-16,-1-4 15,3-1 1,5-5-16,7-7 16,10-6-1,14-11-15,11-7 16,12-12 0,5-9-16,0-6 15,-6-6 1,-11 5-1</inkml:trace>
  <inkml:trace contextRef="#ctx0" brushRef="#br1" timeOffset="-139508.28">30099 6263 0,'0'0'0,"0"29"15,0 11-15,-2 2 16,-1-5-16,-1-10 15,1-8 1,2-8-16,1-11 16,-1 0-16,-1-8 15,-1-7 1,0-6-16,2-6 16,0-6-16,1 1 15,2 5 1,2 7-16,3 7 15,6 6-15,3 9 16,6 6 0,4 4-16,3 4 15,2-1 1,1 1 0,-4-3-16,-2-3 15,-3-4-15,-7-3 16,-2-5-1,-3-4 1,-1-3-16,-4-4 16,-1-4-16,-4-2 15,-1 3-15,-1 4 16</inkml:trace>
  <inkml:trace contextRef="#ctx0" brushRef="#br1" timeOffset="-139258.3">30326 6135 0,'-20'0'0,"-12"4"0,-12 7 16,-7 3 0,-9 4-16,0 0 15,1 3 1,4 0-16,3-3 15,6-1 1,9-2-16,9-2 16,8 1-1,9-4-15,11-10 16,-6 2 0</inkml:trace>
  <inkml:trace contextRef="#ctx0" brushRef="#br1" timeOffset="-97960.75">24658 5531 0,'0'0'0,"0"0"0,0 0 15,0 0 1,0 0-16,0 0 15,0 0-15,0 0 16,0 0 0,-3-14-16,-1-7 15,1-1 1,-1-1-16,3-2 16,0-1-1,4 0-15,3-5 16,1-1-1,-1-5-15,0-3 16,3-1 0,0 0-1,0-2-15,0-3 16,2-1 0,0-2-1,0-1-15,1-1 16,3-3-16,0 3 15,1 1 1,0-2-16,-1 0 16,1 2-16,1 2 15,2-1 1,-1 2-16,1-1 16,4-3-1,-1 1 1,1 2-16,1-1 15,1 3 1,1 2-16,0-2 16,0 6-16,2 1 15,0 1 1,0 1-16,3 1 16,3 4-1,0 2-15,0-1 16,2 3-1,1 4-15,-3 2 16,5 3 0,2 1-16,0 2 15,-2 5 1,1 1-16,-1 4 16,0 2-1,0 0-15,-1 2 16,2 4-1,1 4-15,0 0 16,-2 1 0,-2 2-16,-2 2 15,0 3 1,-2 0-16,0 3 16,1 1-1,2-1-15,2 1 16,-1-2-1,2 4-15,1 2 16,-3 2 0,-1 1-16,0 2 15,-2 1-15,1 2 16,-3 1 0,0 2-1,-2 1-15,0 2 16,0 0-1,0 3-15,-1 3 16,-3 0-16,-1-3 16,0-1-1,0 2-15,-1 2 16,4-2 0,-3 3-1,-1-2-15,1 2 16,-3 1-16,-1-2 15,-2 1 1,0 0-16,-3 0 16,-4-1-1,1-4-15,1-1 16,2 3 0,-3-1-16,-1 1 15,-1-2 1,-2-1-16,0-1 15,-1 1 1,-2 1 0,-1-6-16,0 0 15,1-3 1,3 2-16,-1-5 16,-1-1-16,-1 0 15,-1-4 1,2 1-1,0 2-15,0-7 16,-2 1 0,-1 0-16,0 0 15,-2-2-15,-2-4 16,0 3 0,0-3-16,0-2 15,0 0 1,0-2-16,0-8 15,0 0 1,0 0 0,0 0-16,0 0 15,0 0-15,0 0 16,0 0-16,0 0 16,0-2-1,2 8-15,1 4 16</inkml:trace>
  <inkml:trace contextRef="#ctx0" brushRef="#br1" timeOffset="-93492.49">24556 3616 0,'0'0'0,"0"0"16,0 0-16,0 0 16,20-6-1,9-2-15,5 1 16,-1 1 0,-8 1-1</inkml:trace>
  <inkml:trace contextRef="#ctx0" brushRef="#br1" timeOffset="-93305.01">24976 3599 0,'0'0'0,"22"3"0,14-2 15,8-7 1,3-4-16,-12 0 15,-12 3 1</inkml:trace>
  <inkml:trace contextRef="#ctx0" brushRef="#br1" timeOffset="-93070.66">25420 3566 0,'31'4'0,"19"-3"16,6-5-16,-2-6 15,-13 1 1,2 4-16,-2 5 16,0 3-1,-4 1-15,-8-1 16,-11 3 0,-6-3-16,-3 1 15,4-4 1,4-3-16,1-7 15,-4 0-15</inkml:trace>
  <inkml:trace contextRef="#ctx0" brushRef="#br1" timeOffset="-92086.39">22268 3634 0,'0'0'0,"0"0"16,0 0-16,22 9 15,16 5 1,9 3-16,3 0 16,4-4-1,-2-5-15,-4-4 16,-3-3-1,-8-4-15,-3 0 16,-6-3 0,-8-3-16,-7-2 15,-6-3-15,-7-2 16,-4-6 0,-3-4-16,-6-6 15,-5-4-15,-8-3 16,-7-2-1,-5 3 1,-1 2-16,0 8 16,5 5-16,9 9 15,7 8 1,5 9-16,11 5 16,7 2-1,2-2 1</inkml:trace>
  <inkml:trace contextRef="#ctx0" brushRef="#br1" timeOffset="-91664.57">22788 3165 0,'-6'26'0,"-5"10"16,5-1-16,4-4 15,7-10 1,8-7-16,6-7 16,8-8-1,6-6-15,1-1 16,2 3-1,-5 4-15,-3 4 16,-4 4 0,-4 2-16,-7 6 15,-4 4 1,-6 6-16,-7 5 16,-5 0-1,-2 5-15,-5-1 16,3-5-1,3-10-15,0-14 16,5-8-16,2 0 16</inkml:trace>
  <inkml:trace contextRef="#ctx0" brushRef="#br1" timeOffset="-91445.84">23165 3080 0,'-11'16'0,"-10"9"16,-1 6-1,3 0-15,3-1 16,6-12-1,2-7-15</inkml:trace>
  <inkml:trace contextRef="#ctx0" brushRef="#br1" timeOffset="-90836.53">22980 2774 0,'0'0'0,"0"0"0,0 0 16,0 0-16,23 13 16,12 3-1,6 6-15,2 0 16,-3 0-1,-4-2-15,-2 0 16,-4-2 0,0-6-16,-3 1 15,-5-4 1,-4 0-16,0-2 16,-1 0-1,-5-6-15,-3-2 16,-4-1-16</inkml:trace>
  <inkml:trace contextRef="#ctx0" brushRef="#br1" timeOffset="-90664.68">23467 2816 0,'0'0'0,"0"0"0,0 0 15,0 0 1,0 0-16,0 0 16,0 0-1,0 0-15</inkml:trace>
  <inkml:trace contextRef="#ctx0" brushRef="#br1" timeOffset="-89946">23601 2349 0,'0'0'0,"0"0"0,0 0 16,0 0 0,-9 26-16,-12 13 15,-3 3 1,-1 0-16,-2-9 16,0-3-1,1-6-15,2-4 16,5-6-1,1-4-15,5-4 16,-1-3-16,4-2 16,3-2-1,3-2-15,-1-5 16,1-4-16,0-2 16,0-3-1,1-2-15,0-4 16,0-3-16,3-1 15,1-3 1,-1 5-16,4 2 16,2 4-1,2 2-15,2 4 16,2 4-16,1 4 16,1 2-1,2 6-15,2 5 16,2 3-1,4 4-15,-1 4 16,4 3 0,1 1-16,1 1 15,0 2 1,2-2-16,2-6 16,2-1-1,2-5-15,4-1 16,-2-4-1,-6-1-15</inkml:trace>
  <inkml:trace contextRef="#ctx0" brushRef="#br1" timeOffset="-87758.74">9046 7650 0,'0'0'0,"0"0"15,0 0 1,22 9-1,12 3-15,6-4 16,0-4 0,0-4-16,-2-5 15,-5-2 1,-4-4-16,-5 0 16,-3 0-1,-5 1-15,-5-2 16,-5 2-1,-4-4-15,-2-1 16,-2-2 0,-6-1-16,-8-2 15,-5 0 1,-6 0-16,-7-4 16,-7 0-1,-3 3-15,0 0 16,2 6-1,10 5-15,8 3 16,10 4 0,14 3-16,0-3 15,8-6 1,3-1-16</inkml:trace>
  <inkml:trace contextRef="#ctx0" brushRef="#br1" timeOffset="-87305.68">9314 6858 0,'-9'14'0,"-3"11"16,0 13-16,8 9 15,6 5-15,8-4 16,2-12 0,7-12-1,5-10-15,5-14 16,1-11 0,3-3-16,3-4 15,0-1 1,3 0-16,-2 1 15,-1 4 1,-5 5-16,-1 3 16,-5 9-1,-4 7-15,-9 10 16,-9 11 0,-7 7-16,-10 4 15,-3 3 1,-1-5-16,1-11 15,1-14 1,4-9-16</inkml:trace>
  <inkml:trace contextRef="#ctx0" brushRef="#br0" timeOffset="-81525.06">25378 2519 0,'0'0'0,"0"0"0,0 0 16,0 0-16,23 15 15,10 9 1,7 3-16,0 3 16,1-1-1,-5-1-15,-2-5 16,-4-2-1,-7-4-15,-5-1 16,-5-4-16,-8-3 16,-8-3-1,-3-2-15</inkml:trace>
  <inkml:trace contextRef="#ctx0" brushRef="#br0" timeOffset="-81040.73">25412 2698 0,'-26'-20'0,"-9"-11"15,8-7-15,10 2 16,13-3-1,10 3-15,8 0 16,8 2 0,8 1-16,8 5 15,5 5 1,7 5-16,4 8 16,5 11-16,-3 11 15,-4 11 1,-5 7-16,-8 8 15,-8 3 1,-9 1 0,-10 4-16,-7 3 15,-9 2 1,-9-2-16,-10-2 16,-8-4-1,-2-6-15,0-7 16,4-14-16,6-10 15,4-16 1,1-10-16,5 0 16</inkml:trace>
  <inkml:trace contextRef="#ctx0" brushRef="#br0" timeOffset="-80790.76">25965 2382 0,'0'0'0,"23"9"15,12 2-15,5 2 16,0 0-1,-2-2-15,-10-2 16,-11-4-16,-5-2 16</inkml:trace>
  <inkml:trace contextRef="#ctx0" brushRef="#br0" timeOffset="-80572.04">26275 2213 0,'19'30'0,"5"15"16,-1 0-1,-2-10-15,-8-14 16,-4-7-1</inkml:trace>
  <inkml:trace contextRef="#ctx0" brushRef="#br0" timeOffset="-80134.58">26267 1830 0,'0'0'0,"0"0"16,22 9-1,11 11-15,6 4 16,1 6 0,2 0-1,-5-3-15,-3-3 16,-5-4-16,-6-4 15,-7-8 1,-16-8-16,0 0 16,0 0-1,3 4-15</inkml:trace>
  <inkml:trace contextRef="#ctx0" brushRef="#br0" timeOffset="-79759.63">26360 1957 0,'-26'-25'0,"-5"-9"16,2-1-16,12 2 15,8 4 1,9 0-16,10-1 16,6 5-1,10 2-15,7 3 16,9 4-1,7 7-15,1 5 16,-1 8 0,2 6-16,-3 8 15,-3 6 1,-9 1-16,-11 8 16,-13 0-1,-9 1-15,-9 0 16,-9 0-1,-10 4-15,-6-1 16,-5-1 0,2-10-16,5-12 15,8-14-15,8-4 16</inkml:trace>
  <inkml:trace contextRef="#ctx0" brushRef="#br0" timeOffset="-79290.93">26795 1667 0,'-6'-11'0,"0"-8"16,5-2-1,4 3-15,5 5 16,3 2-16,5 2 16,2 3-1,6 3-15,1 3 16,-3 6-1,-7 9-15,-4 7 16,-7 8 0,-6 3-1,-2-2-15,0-4 16,3-5 0,6-6-16,5-7 15,11-12 1,6-8-16,7-8 15,6-5-15,0-8 16,-10 7 0,-9 7-1</inkml:trace>
  <inkml:trace contextRef="#ctx0" brushRef="#br0" timeOffset="-78728.43">27333 1260 0,'0'0'0,"-6"21"15,2 7-15,3 1 16,5-6 0,8-3-16,2-4 15,5-6 1,6-5-16,3-7 15,2-3 1,4-6-16,-3-6 16,-7-2-1,-2-5-15,-6-4 16,-8 1-16,-8-1 16,-6-2-1,-7 8-15,-7 3 16,-6 10-1,-6 9-15,-6 5 16,1 4 0,2 8-16,4 4 15,3 2-15,6 0 16,8-4 0,5-13-16,4-6 15</inkml:trace>
  <inkml:trace contextRef="#ctx0" brushRef="#br0" timeOffset="-78134.74">27559 1080 0,'24'9'0,"12"5"16,-2 7-16,-7-3 15,-2 0 1,-9-5 0,-6-2-16,-3-3 15,-7-8 1,0 0-16,0 0 15,0 0-15,2-4 16,-6-10 0,0-9-1,2-8-15,2-3 16,2 0 0,4 1-16,3 6 15,5 3 1,7 7-16,2 7 15,-1 6 1,0 5-16,1 5 16,1 2-16,0 7 15,3 3 1,2 1 0,3-1-16,-2-3 15,-3 1-15,-3-3 16,-5-5-1,-5-1-15,-4-2 16,-1-3 0,-1 1-16,-1-5 15,-4-2 1</inkml:trace>
  <inkml:trace contextRef="#ctx0" brushRef="#br0" timeOffset="-77416.08">25949 3234 0,'0'0'0,"0"0"16,0 0-16,0 0 16,15 13-1,11 9-15,2 2 16,3-1 0,3 2-16,-4-1 15,-3-2-15,-6-1 16,0 0-1,-6-3-15,-5-4 16,-6-5 0,-7-6-16,-2-2 15</inkml:trace>
  <inkml:trace contextRef="#ctx0" brushRef="#br0" timeOffset="-77025.49">25991 3345 0,'8'-50'0,"7"-14"16,6 6-16,10 15 15,2 11 1,4 13-16,0 15 15,0 11 1,-3 11-16,-4 10 16,-2 5-1,-6 8-15,-7 5 16,-6 1 0,-12 2-16,-7-5 15,-8 0 1,-8-4-16,-5-3 15,0-9 1,-1-8 0,3-14-16,6-7 15,7-4-15</inkml:trace>
  <inkml:trace contextRef="#ctx0" brushRef="#br0" timeOffset="-76400.56">26301 3056 0,'9'-22'0,"8"-6"16,0-1 0,3 9-16,-1 7 15,-3 4 1,2 6-16,-3 6 15,-3 4 1,-3 7-16,-2 8 16,-4 7-1,-6-2-15,-3 1 16,0-4 0,2-4-16,5-6 15,5-4 1,6-10-16,6-3 15,1-5 1,4 3-16,-2 1 16,-4 4-1,-1 3-15,-1 5 16,-5 5 0,-6 5-1,-7 3-15,-3 2 16,-4 4-16,-4-1 15,-2-5 1,3-8-16,2-12 16,2-4-16,4-1 15</inkml:trace>
  <inkml:trace contextRef="#ctx0" brushRef="#br0" timeOffset="-76197.46">26711 2961 0,'0'0'0,"16"24"16,6 7-16,-1 5 15,0-3-15,1-9 16,-4-13-1,-4-8 1,-6-2-16</inkml:trace>
  <inkml:trace contextRef="#ctx0" brushRef="#br0" timeOffset="-75853.74">26846 2663 0,'0'0'0,"0"0"15,23 18 1,15 10-16,-2 4 15,-3 1 1,-8-4-16,-5-1 16,-2-4-1,-7-6-15,-3-7 16,-8-11-16,0 0 16,2 3-1</inkml:trace>
  <inkml:trace contextRef="#ctx0" brushRef="#br0" timeOffset="-75463.16">26888 2707 0,'-12'-31'0,"-1"-7"0,9 1 16,13 9-1,11 1-15,6 8 16,5 5 0,7 5-16,0 4 15,3 7 1,-2 6-16,0 9 16,-2 7-16,-4 6 15,-7 3 1,-5 1-16,-11 0 15,-10-1 1,-11-2 0,-10 1-16,-4-2 15,-4-2 1,2-6-16,4-4 16,4-12-16,6-10 15,6-3 1,3 1-16</inkml:trace>
  <inkml:trace contextRef="#ctx0" brushRef="#br0" timeOffset="-74963.22">27508 2341 0,'0'0'0,"0"0"0,0 0 15,-11 26 1,-12 14-16,-6 1 16,-2-2-1,-2-9-15,3-5 16,4-5-1,7-7-15,6-9 16,6-5 0,4-9-16,1-3 15,2-10 1,2-4-16,1-4 16,-1-2-16,0-1 15,0 5 1,3 7-16,-1 5 15,2 4-15,3 11 16,3 8 0,6 9-16,4 7 15,2 5 1,8 5-16,2-2 16,4-2-1,-1 0-15,-3-8 16,-9-7-16,-10-3 15</inkml:trace>
  <inkml:trace contextRef="#ctx0" brushRef="#br0" timeOffset="-74353.91">27827 1966 0,'0'0'0,"0"0"15,0 0-15,6 23 16,6 9-16,8-2 15,5-12 1,2-7-16,3-7 16,-4-8-1,-1-8 1,-2-5-16,-2-5 16,-6-1-16,-6-5 15,-7 2-15,-5 0 16,-6 0-1,-8 4-15,-5 6 16,-8 11 0,2 5-16,1 5 15,0 8 1,3 1-16,5-3 16,4-4-16,7-2 15</inkml:trace>
  <inkml:trace contextRef="#ctx0" brushRef="#br0" timeOffset="-73603.99">28045 1788 0,'20'-7'0,"11"-5"16,0-4-16,-2 1 16,-5-4-1,-5-2-15,-4-3 16,-7-4 0,-5-3-1,-8-1 1,-11 0-16,-10 2 15,-6 7-15,0 3 16,1 7-16,2 8 16,7 7-1,6 7 1,1 9-16,8 5 16,7 6-1,6 1-15,8 2 16,5 3-1,9 1-15,7 0 16,7-4-16,2 2 16,-1-3-1,2-3-15,-3 0 16,-8-1 0,-6-3-16,-5-2 15,-4-1 1,-6-9-16,-5-5 15,-5-9 1,-4-8-16,-1-1 16,0-9-1,-1-10-15,0-2 16,-1 5 0,-1 11-1,-3 4-15,-4 6 16,-1 8-16,-5 5 15,3 5 1,-1 3-16,1 1 16,0-1-16,2-1 15,2-8 1,3-9-16,3-12 16,2-1-1</inkml:trace>
  <inkml:trace contextRef="#ctx0" brushRef="#br0" timeOffset="-72963.06">28296 1506 0,'0'0'0,"0"0"15,0 0-15,21 6 16,7 0 0,-1-4-16,0-2 15,-3-7 1,-3-3-16,-3-5 16,-4-6-1,-3-1-15,-5-3 16,-4-7-1,-6-1 1,-5-7-16,-7 5 16,-3 1-16,0 9 15,0 9 1,3 12-16,-2 4 16,3 11-1,-1 5-15,5 8 16,2 3-16,4 4 15,5 2 1,5-1-16,6 0 16,5-2-16,7 0 15,9 1 1,4 0 0,2 2-16,1-2 15,-1-1-15,-3-4 16,-2-1-1,-6-1-15,-1-1 16,-3 1 0,-4-2-16,-5-2 15,-2-2 1,-2-3-16,-5-5 16,-2-10-1,0-10-15,0 0 16,0 1-1</inkml:trace>
  <inkml:trace contextRef="#ctx0" brushRef="#br0" timeOffset="-72759.96">28774 1609 0,'0'0'0,"0"0"15,-16 10-15,-13 10 16,-7 7 0,-4 5-16,2 4 15,1 2 1,4-9-16,7-9 16</inkml:trace>
  <inkml:trace contextRef="#ctx0" brushRef="#br0" timeOffset="-55636.84">23207 8892 0,'0'23'0,"0"14"0,0 2 16,0 2 0,2 1-16,4 2 15,0 0 1,-1 3 0,-2 1-16,1 2 15,2 0 1,0 4-16,-2 3 15,-2 3 1,0 1-16,4 3 16,0 1-1,1 4-15,-2 8 16,0 4 0,-3 1-16,1 2 15,-3 2 1,0 4-16,1 1 15,-1 2 1,-1 0-16,-1 1 16,0-1-1,-1-1 1,2-3-16,-2 1 16,-2 1-1,0 1-15,4 0 16,0 3-1,-2-1-15,-1 0 16,0 1 0,0-1-16,3-1 15,0 2 1,0 0-16,0 1 16,0 1-1,1 1-15,-2-1 16,1-1-1,0-3-15,0-3 16,0-4 0,0-1-16,-3 1 15,1-2 1,5 0-16,0-2 16,-2-4-1,3-2-15,-3-2 16,0-5-1,1-5 1,1-7-16,-1-4 16,-1-6-16,-1-8 15,0-6 1,0-7 0,-3-5-16,-1-5 15,1-4 1,1-2-16,-3-5 15,-2-3-15,0-4 16,0-4 0,-4-5-16,-1-4 15,-2-4 1,-5-7-16,-1-5 31,-1-5-31,-2-3 0,0-3 16,0-2-1,2 2-15,-1 2 16,7 9 0,6 6-16,4 10 15,3 5 1,3 10-16,0 0 16,0 0-1,5 2-15,4 10 16,2 7-16,2 6 15,6 6 1,0 4 0,2 4-16,-2 1 15,2 1 1,-1-2-16,-2 1 16,-1 0-1,2-2-15,-4-4 16,-1-4-16,-3-5 15,-1-6 1,-3-4-16,1-3 16,-8-12-1,7 6 1,-7-6-16,8 5 16,1-5-16,-3-4 15,1-3 1,1-2-16,0-2 15,3-2 1,-1-1-16,-1-2 16,3-1-16,1 1 15,2-1 1,0 0-16,3-2 16,-2 0-1,5-2-15,1 0 16,5-4-1,3 2-15,-3 1 16,0-1 0,0-2-16,0 2 15,-2 2 1,0 2-16,-1 0 16,-4 3-1,-1 0-15,-2 0 16,-1 3-1,-5 4-15,0 3 16,1-3-16,3-6 31,0-6-31,-4 3 0</inkml:trace>
  <inkml:trace contextRef="#ctx0" brushRef="#br0" timeOffset="22948.76">16675 5445 0,'-22'6'0,"-6"6"16,5 4-16,9 5 16,11 9-1,8 10 1,7 5-16,6-2 15,4-9 1,3-12-16,2-8 16,4-13-1,-2-11-15,2-13 16,-3-9 0,0-5-16,0-5 15,-10-5 1,-6 0-16,-10 1 31,-9 5-31,-12 7 0,-12 7 16,-5 13-1,-4 13-15,0 8 16,0 8 0,5 10-16,4 3 15,4 1 1,7-1-16,8-7 15,6-10 1</inkml:trace>
  <inkml:trace contextRef="#ctx0" brushRef="#br0" timeOffset="23402.29">16877 5097 0,'0'0'0,"21"19"0,13 10 16,3-1-1,-1-4 1,-4-6-16,-5-6 15,-4-4-15,-9-5 16,-4-5 0,-5-3-16,-3-7 15,-5-8 1,-1-8-16,-1-14 16,-1-6-1,0-5-15,2 6 31,2 8-31,3 13 0,8 9 16,10 7 0,9 5-16,9 5 15,5 7 1,4 8-16,0 10 16,-3 11-1,-10-2-15</inkml:trace>
  <inkml:trace contextRef="#ctx0" brushRef="#br0" timeOffset="24667.77">17162 10100 0,'-19'21'0,"-4"12"16,7 7-16,12-1 15,9-5 1,9-9-16,7-7 16,3-12-1,0-8-15,0-6 16,-4-5-1,-5-4-15,-4-3 16,-5-2 0,-9-2-16,-8-1 15,-9 4 1,-5 6 0,-6 5-1,-1 8-15,3 5 16,3-1-16,5-1 15</inkml:trace>
  <inkml:trace contextRef="#ctx0" brushRef="#br0" timeOffset="25136.47">17220 9997 0,'19'-12'0,"2"-8"16,-1 0-16,-4-2 15,-4-2 1,-5 1-16,-7-4 16,-2 2-1,-7-5-15,-10-2 16,-5 1-1,-3 1-15,-6 5 16,-2 6 0,2 9-16,5 10 15,6 11 1,7 7-16,12 12 16,12 10-1,12 6-15,7 2 16,12 4-1,4-2 1,3-3-16,4-3 16,-6-6-1,-3-8-15,-6-7 16,-2-10 0,-6-13-16,-7-1 15</inkml:trace>
  <inkml:trace contextRef="#ctx0" brushRef="#br0" timeOffset="25308.33">17464 10074 0,'-13'13'0,"-8"7"15,1-1 1,2-8-16,4-6 15</inkml:trace>
  <inkml:trace contextRef="#ctx0" brushRef="#br0" timeOffset="25886.39">17422 9760 0,'18'5'0,"10"4"0,2-7 16,-4-2-1,-5-7-15,-6-6 16,-3-7-1,-6-2-15,-3-6 16,-2-4 0,-4-4-16,-4-3 15,-7-3 1,-2 3-16,-6 6 16,-1 8-1,0 11-15,2 8 16,-3 11-1,4 8-15,4 5 16,5 7 0,8 3-16,8 6 15,8 3 1,7 4-16,6 1 16,10-1-1,0-2-15,3-1 16,-2-6-1,1-3-15,-2-3 16,-4-7 0,-8-3-16,-2-4 15,0-3 1,-8-6-16,-4-4 16,-4 0-1</inkml:trace>
  <inkml:trace contextRef="#ctx0" brushRef="#br0" timeOffset="26073.87">17758 9725 0,'0'0'0,"-18"21"15,-10 15 1,-3 8-16,-2 6 15,2 3 1,7-9 0</inkml:trace>
  <inkml:trace contextRef="#ctx0" brushRef="#br0" timeOffset="66054.23">13951 9607 0,'-3'30'0,"2"13"15,5-1-15,10-4 16,9-12 0,6-11-16,2-15 15,3-14 1,0-9-16,-3-10 16,-3-9-1,-6 0-15,-8 2 16,-5 2-1,-10 4-15,-11 7 16,-9 7 0,-12 9-16,-7 14 15,-4 11 1,0 10-16,2 9 16,7 5-1,5-2-15,10-5 16,11-11-1,6-7-15,2-8 16</inkml:trace>
  <inkml:trace contextRef="#ctx0" brushRef="#br0" timeOffset="66460.42">14210 9265 0,'20'18'0,"7"7"15,4 5-15,0-4 16,-6-5 0,-4-6-16,0-4 15,-8-5 1,-6-8-16,-7-6 15,-4-9 1,-3-10-16,-2-14 16,-3-12-1,-1-3-15,8 2 16,5 10 0,9 8-16,12 12 15,9 7 1,10 8-16,7 7 15,6 4 17,2 1-32,-11-1 0</inkml:trace>
  <inkml:trace contextRef="#ctx0" brushRef="#br0" timeOffset="67382.2">12316 5820 0,'0'0'0,"0"0"16,17 12-1,12 3-15,9-1 16,5-9-1,-1-7 1,0-7-16,-6-6 16,-4-2-16,-8-2 15,-6-4 1,-6-2-16,-8-1 16,-7 0-1,-9 1-15,-7 4 16,-8 5-1,-6 7-15,-3 9 16,-4 13 0,3 5-16,5 6 15,9 1 1,11 0-16,6-9 16</inkml:trace>
  <inkml:trace contextRef="#ctx0" brushRef="#br0" timeOffset="67882.16">12567 5582 0,'17'-9'0,"5"-14"0,2-5 15,-2-5 1,-3-2-16,-6-2 16,-5-2-1,-6 0 1,-9-1-16,-9 2 16,-8 5-1,-5 5-15,-4 5 16,-3 7-1,3 11-15,3 8 16,10 8 0,8 8-16,12 7 15,12 6 1,11 5-16,13 3 16,6 4-1,5 2 1,3 5-16,2-2 15,-1-6-15,-4-3 16,-4-9 0,-2-6-16,-7-7 15,-5-10 1,-11-4-16</inkml:trace>
  <inkml:trace contextRef="#ctx0" brushRef="#br0" timeOffset="68022.77">12970 5565 0,'-13'18'0,"-8"9"16,-1 1-16,3-4 16,2-7-1,7-5-15</inkml:trace>
  <inkml:trace contextRef="#ctx0" brushRef="#br0" timeOffset="68585.2">12920 5335 0,'0'0'0,"0"0"0,18-3 16,8-5-1,1-9-15,0-6 16,-1-8 0,-6-2-1,-6-3-15,-6-1 16,-8-1-16,-7 0 15,-8 1 1,-8 2-16,-10 2 16,-5 6-1,-3 11-15,6 7 16,3 11 0,7 5-16,7 11 15,9 6 1,11 9-16,10 4 15,9 6 1,7-1-16,4 2 16,2 2-1,6-3-15,2 2 16,4-2 0,-2-6-16,-4-2 15,-4-2 1,-6-3-16,-3-4 15,-7-8 1,-8-9-16,-12-9 16,6 3-1</inkml:trace>
  <inkml:trace contextRef="#ctx0" brushRef="#br0" timeOffset="68757.06">13280 5300 0,'-27'28'0,"-13"15"0,-4 6 16,4 0 0,10-9-16</inkml:trace>
  <inkml:trace contextRef="#ctx0" brushRef="#br0" timeOffset="40812.92">17825 8781 0,'0'0'0,"0"0"0,0 0 16,0 0-16,0 0 16,0 0-1,0 0-15,0 0 16,0 0 0,0 0-16,0 0 15,0 0 1,0 0-16,-11 11 15,-2 5 1,-1-2-16,1-5 16,1-6-1,1-4-15,1-3 16,4-3-16,0-5 16,2-1-1,0 1-15,2-1 16,3 3-1,1-1-15,-1 4 16,2 0 0,-3 7-16,0 0 15,0 0 1,6-1 0,2 2-16,2 4 0,-3 4 15,-1 2 1,-1 0-1,-2 3-15,-2-1 16,-2 1-16,-3-2 16,-3 2-1,-2-3-15,0-3 16,1-6 0,0-3-16,-1-5 15,3-4 1,0-2-1,0-4-15,3-2 16,1-3-16,3 0 16,1 3-1,1 3-15,0 2 16,2 5 0,-5 8-16,0 0 15,7 3 1,-1 14-16,0 1 15,-3-4 1</inkml:trace>
  <inkml:trace contextRef="#ctx0" brushRef="#br0" timeOffset="66731.97">17446 8696 0,'0'0'0,"0"0"0,0 0 15,-15 9 1,-8 9-16,1 3 15,-2 3 1,4-2-16,0 1 16,-2 1-1,-4 3-15,1-1 16,-3 2 0,-1-3-16,-2 3 15,1 0 1,1 2-16,-1-2 15,2 3 1,3-4-16,0-3 16,2-1-1,1-1-15,2-4 16,-1 1 0,4-4-16,0-3 15,3-2 1,0 3-16,4-3 15,-1-2 1,5-3-16,6-5 16,-5 3-1,5-3-15,0 0 16,0 0-16,0 0 16,0 0-1,0 0-15,0 0 16,0 0-1,0 0 1,0 0-16,0 0 16,3 7-16,5-3 15,3 3-15,0-1 16,1 2 0,-2-4-16,1 1 15,0-1 1,-1-2-16,-2 0 15,-2 1 1,-6-3-16,0 0 16,0 0-1,0 0-15,0 0 16,0 0-16,0 0 16,0 0-1,-1 1-15,-8-1 16,-1 0-1,-3-1-15,-3-1 16,-3 4 0,0-2-16,-2-3 31,2 1-31,6 4 0,0-4 16,6 0-1,7 2-15,0 0 16,-1-6-1,2-1-15,1-1 16,1-9-16,0-5 16,0 0-1,1 0-15,2-1 16,-2-3 0,1 5-16,-2 4 15,0 4 1,-1 4-16,-2 9 15,0 0 1,0 0-16,0 0 16,0 0-1,0 0-15,0 0 16,0 0-16,0 0 16,-1 1-1,-2 8-15,-1 6 16,0 3-1,0 2-15,0-1 32,3 0-32,0 2 0,1 2 15,-3-3 1,5 0-16,0 1 16,1 0-1,0-2-15,0-2 16,0-5-1,-3-12-15,5 6 16,1-6-16,3-7 16,-1 0-1,3-1-15,2-3 16,3-2 0,2 0-16,0 4 15,1-2 1,3-2-16,-3 2 15,2-2 1,-2-2-16,-3-7 16,-4 4-1</inkml:trace>
  <inkml:trace contextRef="#ctx0" brushRef="#br0" timeOffset="68231.8">17950 8508 0,'0'0'0,"0"0"0,0 0 16,0 0 0,0 0-16,0 0 15,0 0 1,25 0-16,11-1 16,1 1-1,0 1-15,3 2 16,-1 3-1,2-2 1,-1 0-16,5 0 16,-2-1-1,3 0-15,-2 0 16,0-2 0,0 0-16,-2 1 15,2-2 1,-4 0-16,-3-2 15,-4 0 1,-4 0-16,-5-1 16,-2 2-1,-3 0-15,-6-1 16,-5-1 0,-8 3-16,5-4 15,-6-1 1,-3-4-16,-6-3 15,-9-3 1,-2-1-16,-5 1 16,1 0-16,4 2 15,3 6 1,4 2 0,4 2-16,3 3 15,7 0-15,0 0 16,-1 6-1,10 3-15,5 2 16,6 1 0,3 0-16,4-3 15,-1 0 1,2 1-16,-1-2 16,-1 0-1,-2-1-15,-6-1 16,-3 2-1,-3-5-15,-2 0 16,-10-3 0,0 0-16,0 0 15,0 5 1,-8 5-16,-2 3 16,-5-1-16,-3 2 15,-3 3 1,4 1-1,0-1-15,1-3 16,0-7-16,1-10 16,1-1-1</inkml:trace>
  <inkml:trace contextRef="#ctx0" brushRef="#br0" timeOffset="77918.23">16852 8568 0,'0'0'0,"0"0"16,-4 27-1,-1 14 1,-4 8-16,-1-2 15,0 4 1,1 0-16,-2-2 16,2-1-1,0-3-15,-3-1 16,1-4 0,1-5-16,-3-7 15,0-5 1,1-7-16</inkml:trace>
  <inkml:trace contextRef="#ctx0" brushRef="#br0" timeOffset="78277.57">16642 8798 0,'0'0'0,"24"3"0,13 2 15,4 1 1,1 3-16,0 2 16,5 4-1,-2 3-15,3 5 16,3 0 0,-6 4-16,-11-5 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284.18909" units="1/cm"/>
          <inkml:channelProperty channel="Y" name="resolution" value="497.97873" units="1/cm"/>
          <inkml:channelProperty channel="T" name="resolution" value="1" units="1/dev"/>
        </inkml:channelProperties>
      </inkml:inkSource>
      <inkml:timestamp xml:id="ts0" timeString="2024-12-24T08:54:33.784"/>
    </inkml:context>
    <inkml:brush xml:id="br0">
      <inkml:brushProperty name="width" value="0.05292" units="cm"/>
      <inkml:brushProperty name="height" value="0.05292" units="cm"/>
      <inkml:brushProperty name="color" value="#C00000"/>
    </inkml:brush>
  </inkml:definitions>
  <inkml:trace contextRef="#ctx0" brushRef="#br0">12206 2936 0,'19'-15'0,"9"-3"15,12 7 1,9 7-16,13 3 15,9 2 1,3 0 0,1 2-16,-8-3 15,-10 0-15,-11 0 16,-5-3 0,-13 1-16,-9-1 15</inkml:trace>
  <inkml:trace contextRef="#ctx0" brushRef="#br0" timeOffset="969.09">13691 2025 0,'-36'6'0,"-19"15"16,-8 12-16,-2 15 15,6 18 1,4 10-16,10 9 16,13 1-1,19-2 1,21-11-16,23-12 16,20-18-16,18-20 15,15-17 1,7-19-1,1-12-15,-5-12 16,-12-7-16,-15-7 16,-13-9-1,-10-7 1,-12-8-16,-12-1 16,-10 10-1,-5 15-15,-1 23 16,3 28-1,-1-1-15,3 24 16,2 21 0,4 5-16,7 1 15,6-5 1,6-10-16,0-11 16,-1-11-1,-3-12-15,-3-11 16,-3-6-16,-1-6 15,-2-8 1,-2-12-16,-1-10 16,-2-1-1,-1 0-15,1 11 16,2 16 0,3 18-16,7 16 15,6 17 1,4 15-16,3 14 15,5 14 1,2 7-16,0 8 16,-4 4-1,-6 0-15,-8-3 16,-13-8 0,-14-10-1,-15-11-15,-10-13 16,-10-12-16,-8-9 15,-7-9 1,-4-13 0,4-20-16,12 3 15,12 8 1</inkml:trace>
  <inkml:trace contextRef="#ctx0" brushRef="#br0" timeOffset="1625.27">15217 1898 0,'-26'0'0,"-12"9"0,-6 14 16,2 12 0,1 13-16,4 10 15,8 12 1,12 4-16,11-1 16,15-8-1,12-7-15,13-13 16,7-13-1,3-14-15,-1-12 16,3-13 0,3-14-16,0-15 15,-2-9 1,1-10 0,-3-13-16,-3-7 15,-11-11-15,-10-6 16,-10-5-1,-9 2-15,-8 4 16,-11 6 0,-5 10-16,1 15 15,1 21 1,4 19-16,3 18 16,9 19-1,9 17-15,10 22 16,11 17-1,8 11 1,9 7-16,3-2 16,0-3-16,-5-14 15,-8-11 1,-6-13 0,-4-9-16,1-18 15,-6-8-15</inkml:trace>
  <inkml:trace contextRef="#ctx0" brushRef="#br0" timeOffset="2031.48">16047 1948 0,'0'0'0,"0"0"15,0 0-15,18 0 32,6-3-32,3-7 0,-5-8 15,-6-5 1,-7-7-16,-7 1 16,-9 0-16,-7 7 15,-6 7 1,-6 5-16,-5 15 15,2 10 1,-1 12-16,4 9 16,4 9-1,8 8-15,10 3 16,14 0 0,15-5-16,14-8 15,15-12 1,-8-11-16,26-37 15,-4-11-15</inkml:trace>
  <inkml:trace contextRef="#ctx0" brushRef="#br0" timeOffset="2484.55">16651 1830 0,'-12'-36'0,"0"-11"16,5 2 0,13 9-16,7 14 15,11 9-15,6 10 16,2 5-1,1 7-15,0 7 16,-6 5 0,-10 5-16,-13 6 15,-15 9 1,-11 4-16,-7-1 16,-2-4-1,6-8-15,7-7 16,8-2-16,11-5 15,14-3 1,16-3-16,22-4 16,21-7-1,14-2-15,5-10 16,0-6 0,-21 3-16</inkml:trace>
  <inkml:trace contextRef="#ctx0" brushRef="#br0" timeOffset="4406.22">8426 12048 0,'0'0'0,"0"0"0,0 0 15,0 0 1,0 0-16,-29 6 15,-28 4 1,-17-1-16,-11 1 16,-14 1-1,-7-4-15,-13 2 16,-11-4 0,-14-4-16,-8 2 15,-8 0 1,-8 1-16,-6 2 15,-3-1 1,-3 4-16,2-2 16,4-5-1,-1 3-15,0-2 16,-1 0 0,1-2-16,3-1 15,1 0 1,4 0-16,3 0 15,4-1 1,2 0-16,0-2 16,0-2-1,1 1-15,0-3 16,-3 1 0,2-1-16,7 0 31,7-1-31,5 0 0,10-1 15,5 3 1,13 2-16,11 0 16,14-3-1,15 4-15,13 2 16,17 1 0,7 0-16,6 0 15,7 0 1,1 0-16,7-4 15,5-13 1,6-2-16</inkml:trace>
  <inkml:trace contextRef="#ctx0" brushRef="#br0" timeOffset="5390.48">7118 7147 0,'19'7'0,"10"11"16,5 10 0,0 12-16,3 10 15,3 10 1,3 3-16,0-1 15,4-3 1,-1-8-16,1-11 16,-7-9-1,-4-12-15,-5-9 16,-4-7 0,1-8-16,1-11 15,-2-9 1,-2-10-16,-1-13 15,-4-10 1,-2-9-16,-6-3 16,-7 1-1,-4 3 1,0 12-16,-1 12 16,0 10-1,2 9-15,-2 6 16,0 7-1</inkml:trace>
  <inkml:trace contextRef="#ctx0" brushRef="#br0" timeOffset="5812.31">8317 6978 0,'-34'11'0,"-15"8"15,0 4-15,5 3 16,13 2 0,18 1-1,17 2-15,18 0 16,14-3-16,15 3 15,9 1 1,3 4-16,-6 0 16,-11-1-1,-15-5-15,-20-5 16,-17-4 0,-18-1-16,-16 1 15,-14-3 1,-7 0-16,-5 4 15,2 3 1,5 5-16,11-5 16,13-8-1</inkml:trace>
  <inkml:trace contextRef="#ctx0" brushRef="#br0" timeOffset="6609.1">8493 9530 0,'0'0'0,"-6"-21"15,-3-13-15,3-5 16,5-4-1,4-4-15,6-7 16,7-6 0,3 1-1,1 3-15,2 9 16,-1 12-16,-1 13 16,2 12-1,-1 10-15,2 13 16,0 11-1,-5 11-15,-4 6 16,-2 7 0,-4 3-16,-3-1 15,-3-4 1,-2-7-16,-1-11 16,0-13-1</inkml:trace>
  <inkml:trace contextRef="#ctx0" brushRef="#br0" timeOffset="6812.2">8727 9317 0,'-22'-5'0,"-13"3"15,-2 3-15,3 3 16,4 2-1,8-2-15,6-1 16,7-3 0</inkml:trace>
  <inkml:trace contextRef="#ctx0" brushRef="#br0" timeOffset="7171.54">9129 9300 0,'0'0'0,"0"0"0,-24 4 15,-13 9 1,-1 8-16,4 4 16,4 1-1,10 4-15,11-1 16,10 1 0,10 0-16,12-2 15,20 0 1,15-2-16,12 0 15,7-9 1,-15-8-16</inkml:trace>
  <inkml:trace contextRef="#ctx0" brushRef="#br0" timeOffset="8343.28">2288 9708 0,'9'93'0,"3"48"16,1 11 0,3 3-16,-4-1 15,-3 4 1,-3 9-1,-1 5-15,1 5 16,2 6-16,4 8 31,0 13-31,2 6 0,0 12 16,1 3 0,0 6-16,-7 3 15,-2 4 1,-4 2-16,-7-1 15,-6-7 1,-6-7-16,-3-12 16,-5-14-1,1-21-15,3-35 16,3-44 0</inkml:trace>
  <inkml:trace contextRef="#ctx0" brushRef="#br0" timeOffset="10311.85">2440 12150 0,'0'0'0,"0"0"0,0 0 16,0 0 0,4-21-16,1-10 15,0-6 1,1-1-16,-4-2 15,2-2-15,0-3 16,3-4 0,0-3-16,1-3 15,2-6 1,1-5-16,0-4 16,0-4-1,2-2-15,-3-2 16,-2-1-1,4-3-15,-1-2 16,4-1 0,-3 2-16,1-1 15,2-1 1,2 1 0,1 3-16,5 0 15,0 5 1,2 0-16,3 5 15,1 3 1,2 5-16,2 8 16,-2 4-1,5 6-15,3 5 16,4 7 0,3 9-16,0 6 15,0 6 1,1 9-16,2 6 15,0 6 1,1 7-16,4 9 16,-1 9-16,1 6 15,0 8 1,0 6-16,-1 2 16,-1 9-1,3 6-15,-1 8 16,-2 5-1,0 6-15,1 4 16,-3 7 0,-1 3-16,-2 3 15,-2 4 1,0 4-16,2 5 16,-1 2-1,5 4-15,-7 2 16,0 0-1,-1 3-15,-1 4 16,0-1 0,-1 3-1,2 1-15,-2-5 16,-1-1-16,0-1 16,2 3-1,1-4-15,0-1 16,2-3-1,-2-6-15,-2-3 16,1-5 0,-1-6-16,-1-6 15,-1-5 1,3-9-16,-5-8 16,7-7-1,-1-9-15,3-6 16,3-9-1,-4-6-15,1-7 16,0-8 0,3-8-16,3-5 15,0-6 1,1-6-16,1-4 16,1-6-1,0-5-15,1-6 16,2-6-1,1-3-15,0-4 16,3-5-16,-2-8 16,-1-2-1,-1-7-15,0-2 16,-3-6 0,-1-2-16,-2-4 15,-3-2 1,-1-5-16,-3-2 15,0 2 1,-1-5-16,-4-1 16,-1-4-1,-3 1-15,-4 3 16,-4 0 0,0 0-16,-1 2 15,-5 0 1,0 0-16,0 7 15,-1 5 1,-2 1 0,-1 4-16,-2 4 15,-1 6-15,-1 3 16,-1 3 0,-1 4-16,-4 8 15,-1 3 1,2 8-16,-3 5 15,-4 4-15,-8 3 16,-3-2 0,1 1-16</inkml:trace>
  <inkml:trace contextRef="#ctx0" brushRef="#br0" timeOffset="10983.67">4704 11921 0,'0'0'0,"0"0"0,-4 24 16,-11 14-16,-10 8 15,-11 4 1,-6 6-1,-1 0-15,5-1 16,3-7-16,6-5 16,5-5-1,10-7 1,3-13-16,6-9 16</inkml:trace>
  <inkml:trace contextRef="#ctx0" brushRef="#br0" timeOffset="11499.24">4804 11700 0,'0'0'0,"-9"21"0,-3 7 16,-1 3 0,6-1-16,3-8 15,2-8 1,2-14-16,0 0 15,0 0 1,6-11-16,5-12 16,6-7-1,3-6-15,-1 2 16,-4 8 0,-3 8-16,-4 8 15,1 11-15,0 8 16,5 7-1,3 7-15,6 5 16,6-1 0,1 2-1,2-5-15,-4-5 16,-6-11-16,-7-4 16,-4-4-1</inkml:trace>
  <inkml:trace contextRef="#ctx0" brushRef="#br0" timeOffset="11717.97">5004 11597 0,'-27'-10'0,"-29"-2"16,-13 5-1,-4 8-15,4 6 16,10 9-16,10 3 16,13 3-1,17 0 1,8-6-16</inkml:trace>
  <inkml:trace contextRef="#ctx0" brushRef="#br0" timeOffset="12264.78">7109 11971 0,'0'0'0,"0"0"0,23 7 15,12 8 1,5 10-16,-1 7 15,0 9 1,-3 9-16,1 3 16,-2 2-1,0-2-15,-6-3 16,-5-9 0,-4-8-1,-9-11-15,-6-9 16,-2-6-16</inkml:trace>
  <inkml:trace contextRef="#ctx0" brushRef="#br0" timeOffset="12764.73">7260 11785 0,'4'-21'15,"12"-8"-15,15 4 16,13 7-1,7 12-15,2 9 16,-9 5 0,-14 3-16,-15 3 15,-14 1 1,-16 3-16,-13 1 16,-9 0-1,-1-1-15,2-1 16,7-1-16,7 1 15,9 2 1,13 3 0,13 1-16,14-1 15,16-1-15,14-5 16,7-10 0,2-13-16,-4-15 15,-16 0 1</inkml:trace>
  <inkml:trace contextRef="#ctx0" brushRef="#br0" timeOffset="13139.68">7889 11768 0,'-13'14'0,"-7"7"16,5 2-1,2-5 1,5-6-16,3-5 16,5-7-16,-1-3 15,3-7 1,6-8-16,5-9 16,8-2-1,2 2-15,-2 8 16,-1 8-1,2 11-15,-3 6 16,1 12 0,-1 6-16,7 5 15,2 3 1,3-1-16,0-5 16,-7-8-1,-5-14-15,-5-13 16,-5-3-1</inkml:trace>
  <inkml:trace contextRef="#ctx0" brushRef="#br0" timeOffset="13342.79">8232 11700 0,'-24'-11'0,"-23"-2"0,-14-2 16,-14 2 0,-11 2-16,-4 3 15,-1 7 1,4-3-16,21 1 16</inkml:trace>
  <inkml:trace contextRef="#ctx0" brushRef="#br0" timeOffset="14327.05">2263 9760 0,'4'-21'0,"-2"-6"15,0 11-15,-2 14 16,-6 18 0,-8 11-16,-6 5 15,2 2 1,0-2 0,-3-4-16,2-3 15,3-6-15,3-5 16,5-6-1,8-8-15,-2-2 16,2-11 0,5-11-16,5-10 15,5-9 1,2-2-16,1 6 16,0 9-1,0 11-15,6 13 16,8 11-1,4 9-15,9 11 16,7 3 0,0-2-16,-10-6 15</inkml:trace>
  <inkml:trace contextRef="#ctx0" brushRef="#br0" timeOffset="14920.74">1886 9001 0,'0'0'0,"12"23"16,8 14-16,8 6 16,2 4-1,3 1-15,5-3 16,-1-6 0,-1-7-16,-3-9 15,-3-8 1,-7-9-16,-2-7 15,-1-11-15,0-8 16,-6-9 0,-3-10-16,-4-10 15,-7-5 1,-4-4-16,-7 0 16,0 8-1,0 10-15,2 10 16,3 11-1,2 8-15,4 11 16,-2-6 0</inkml:trace>
  <inkml:trace contextRef="#ctx0" brushRef="#br0" timeOffset="15467.55">2582 8943 0,'0'0'0,"0"0"15,-19 10-15,-14 7 16,-1 6-16,2 1 16,8-2-1,7 0-15,10 1 16,10-3-16,7-1 15,10-3 1,8-4-16,7 1 16,5 0-1,0-2 1,2 1-16,-7 2 16,-5 0-16,-6 2 15,-8 0 1,-12 2-1,-10-4-15,-10 1 16,-9-1 0,-5 3-16,-7 1 15,-6 1-15,7-5 16</inkml:trace>
  <inkml:trace contextRef="#ctx0" brushRef="#br0" timeOffset="17873.54">5373 14686 0,'-9'18'0,"-8"7"0,-10 9 16,-2 7-1,-6 3-15,-10 7 16,-4 11-16,-7 3 16,-9 11-1,-6 9-15,-8 7 16,-7 6 0,-6 2-16,-1 3 15,-1 1 1,0-1-16,3-3 15,9-2 1,6-10-16,13-10 16,13-9-1,10-15-15,16-23 16,19-26 0,20-29-16,18-24 15,1 1 1</inkml:trace>
  <inkml:trace contextRef="#ctx0" brushRef="#br0" timeOffset="18498.47">5281 14558 0,'-22'0'0,"-15"7"16,-7 4-16,-1 4 15,0 5-15,4 1 16,5 4 0,5-1-16,6-1 15,5-4 1,8-4-16,8-3 16,4-12-1,2 5-15,9-8 16,11-4-16,4-7 15,5-3 1,6-2-16,1-4 16,1-2-1,-1 3-15,-5 4 16,-7 1 0,-9 7-16,-2 6 15,-8 5-15,1 8 16,0 10-1,4 9-15,4 12 16,5 8 0,4 5-16,6 7 15,6 5 1,1-3 0,-4-12-16,-9-14 15</inkml:trace>
  <inkml:trace contextRef="#ctx0" brushRef="#br0" timeOffset="19232.77">2599 15851 0,'-67'-1'0,"-29"7"15,-1 13-15,7 12 16,10 14 0,9 14-16,14 11 15,16 9 1,15 9-16,14 3 16,14 2-16,14 3 15,17-5 1,19-7-16,14-11 15,11-10 1,7-17-16,4-18 16,-4-25-1,-9-23-15,-8-19 16,-18 2 0</inkml:trace>
  <inkml:trace contextRef="#ctx0" brushRef="#br0" timeOffset="19779.58">2825 16438 0,'-12'-8'0,"-2"-1"15,4 11 1,7 9-16,8 13 16,3 7-1,3 7-15,8 3 16,5-1-1,6-6-15,2-7 16,0-10 0,-1-10-16,-2-10 15,-4-12 1,-1-12-16,-2-10 16,-8-5-1,-4-1-15,-6-2 16,-2 7-1,-2 8-15,-2 10 16,2 9-16,0 11 16,2 10-1,4 16-15,3 15 16,4 15 0,-2 10-16,2 11 15,-4 7-15,-1 4 31,-4 4-31,-4-2 0,-4-3 16,-7-8 0,-11-12-16,-7-11 15,-8-16 1,-4-15-16,0-17 16,7-15-1,4-18-15,9-16 16,14-12-1,7 8-15</inkml:trace>
  <inkml:trace contextRef="#ctx0" brushRef="#br0" timeOffset="20498.25">3765 16821 0,'-58'5'0,"-19"3"0,-3 10 16,14 7-1,14 7-15,12 8 16,13 6 0,17 6-16,10 2 15,10 2 1,15-6 0,9-6-16,8-9 15,4-12-15,1-13 16,2-16-1,1-15-15,1-13 16,-5-17 0,-4-16-16,-2-12 15,-8-6-15,-4-5 16,-8-2 0,-4 2-16,-7 2 15,-4 9 1,-3 6-16,-2 9 15,-1 14 1,-1 14-16,1 13 16,0 11-16,0 14 15,-3 14 1,-2 12-16,-1 13 16,1 12-16,5 5 15,3 9 1,-2 8-16,-1 6 15,2 4-15,2 0 0,2 3 16,0-10 0,4-6-16,2-10 15,3-22-15,4-26 16,-3-13 0</inkml:trace>
  <inkml:trace contextRef="#ctx0" brushRef="#br0" timeOffset="20998.19">4183 16890 0,'4'21'0,"4"5"0,6-1 15,4-7 1,6-5-16,8-7 16,4-7-1,-2-8 1,-4-8-16,-6-8 16,-6-7-16,-10-5 15,-4-3 1,-8 1-16,-8 0 15,-6 7 1,-7 2-16,-2 11 16,-5 9-16,0 11 15,-3 11 1,6 11-16,2 11 16,7 11-1,0 5-15,10 7 16,10 3-1,8 2-15,6 2 16,10-2-16,6-5 16,7-8-1,7-11-15,5-17 16,5-24 0,-9-7-16</inkml:trace>
  <inkml:trace contextRef="#ctx0" brushRef="#br0" timeOffset="21529.39">4804 16856 0,'-14'-21'0,"-5"-13"16,3 1-16,4 3 15,6 10 1,5 4-16,3 6 16,6 3-1,10 3-15,9 4 16,5 5 0,-1 4-16,-3 8 15,-5 4-15,-5 4 16,-11 3-1,-8 0-15,-9 3 16,-11 1 0,-4 2-16,-5-1 15,1 2 1,0 1-16,7 2 16,3-3-1,10-2-15,9-4 16,8 0-1,10-6-15,8-5 16,14-4-16,13-1 16,16-1-1,8 2 1,11 4-16,2 7 16,-5 3-16,-8-6 15,-19-6 1,-13-11-16</inkml:trace>
  <inkml:trace contextRef="#ctx0" brushRef="#br0" timeOffset="42573.94">12232 9887 0,'0'0'0,"0"0"15,-13-5-15,-5-1 16,3 3-1,4 2-15,1 3 16,0-2 0,1 2-16,0-2 15,-1-1-15,3 0 16,2-3 0,5 4-16,0 0 15,0 0 1,0 0-16,0 0 15,2 2-15,4 2 16,-1 2 0,1 4-16,-3-2 15,3 3 1,2 2-16,0 1 16,0 0-1,0-1-15,2 2 16,-1-1-1,-3-2-15,-3-4 16,10 7 0,-2-1-16</inkml:trace>
  <inkml:trace contextRef="#ctx0" brushRef="#br0" timeOffset="44948.68">9373 8781 0,'0'0'0,"0"0"0,0 0 16,0 0-16,0 0 16,0 0-1,0 0-15,0 0 16,0 0-1,0 0-15,0 0 16,0 0 0,0 0-16,0 0 15,0 0 1,-6 15-16,-7 7 16,0 3-1,2-1-15,2-1 16,1-3-1,3 1-15,-2-3 16,1 1 0,-3-1-16,1-3 15,-1-1 1,-1-2 0,-1-3-16,1 1 15,-2-2-15,0 3 16,-1 1-1,0-3-15,1 1 16,0-3 0,1 0-16,-1-2 15,-2-2-15,4-1 16,-3-1 0,-2-1-16,0 0 15,-1-1 1,2-2-16,-2-2 15,3-4 1,-1-2-16,-1-2 16,-1 3-1,1-3-15,-2-1 16,1 0 0,-4-2-16,4-1 15,0-2 1,1 0-16,-3-2 15,1 0 1,1-1-16,-1 1 16,1-1-1,0-2-15,3 1 16,1 1 0,3 2-16,-1 1 15,2 2 1,1 1-16,3 3 15,2 3-15,2 10 16,-4-6 0,4 6-16,0 0 15,0 0 1,1 3-16,2 9 16,1 2-1,1 2-15,3 0 16,1 3-1,0 2-15,1-1 16,1 3 0,0 0-16,1-2 15,-1 0 1,3 0-16,0 1 16,0-1-16,1 0 15,0-2 1,0 0-1,-1-3-15,2-2 16,1 0 0,-2-2-16,-3 0 15,3 0-15,0-1 16,1-2 0,-1-1-16,-1 2 15,-3-3 1,2-2-16,-4-2 15,1 0 1,-1 0-16,1-1 16,-2-4-1,0 2-15,2-4 16,-1 1 0,0-2-16,-1-2 15,2-3-15,-2 0 16,2-3-1,0-1-15,-1-2 16,-1-3 0,-1 0-16,2 0 15,0-1 1,0-1-16,-1-1 16,0 1-1,1 0 1,0-1-16,0 2 15,-3 2-15,3 2 16,1 0 0,0-1-16,-2 2 15,-3 3 1,0 2-16,-1 1 16,1 2-1,-2 1-15,-3 6 16,3-8-1,0 0-15,2-1 16,1 3 0,0 2-16</inkml:trace>
  <inkml:trace contextRef="#ctx0" brushRef="#br0" timeOffset="53713.34">8836 9649 0,'0'0'0,"0"0"16,0 0-16,0 0 15,0 0-15,0 0 32,0 0-32,0 0 0,0 0 15,0 0-15,0 0 16,0 0 0,0 0-16,0 0 15,0 0-15,0 0 16,0 0-1,0 0-15,0 15 16,-1 5 0,-2-1-16,-1-1 15,1-3-15,3 0 16,2 2 0,-1 1-16,-1-1 15,0 4 1,0 4-16,-1-4 15,1 3-15,1 1 16,-1 2 0,0 2-16,0-1 15,2 2 1,-1 1-16,-1-1 16,0 2-16,-2 6 15,1 1 1,0-2-16,1 2 15,-1 1 1,0 2-16,0 1 16,-1 3-1,2 1-15,-2 0 16,1 3 0,1 1-16,-1-2 15,0-1 1,1-1-16,2 0 15,-2-2 1,0 2-16,0-1 16,-1 4-1,1-3-15,1 3 16,-1 2 0,-1-2-16,0 5 15,1 0 1,2 1-16,-3-3 15,3 2 1,-1-1-16,-1-2 16,0 0-1,-1-3-15,0-3 16,1-2 0,2-1-16,-1 0 15,-1 1 1,0-1-16,3-1 15,-1 1 1,-2-4-16,0-1 16,-1-1-1,1-3-15,2-2 16,-2 2-16,0-1 16,0 1-1,0-1-15,0-1 16,0-1-1,0 0-15,0-3 16,0 2-16,0-1 16,0-3-1,0-1-15,0-3 16,0-3 0,0-3-16,0-1 15,-1-2-15,0-4 16,0-1-16,1-8 15,-4 6 1,-1-1-16,5-5 16,-6 2-1,0-3-15,-1-3 16,-6-3 0,1-3-16,-3-6 15,1 0 1,-3-6-16,-1-4 15,0 0 1,-1-3-16,-1 1 16,1-2-1,3 2-15,3 5 16,4 6 0,3 7-16,2 4 15,4 6-15,0 0 16,0 0-16,0 0 15,5 2 1,5 7 0,7 6-16,0 2 15,-1 4-15,1 4 16,3 2 0,0 3-16,-2-4 15,3 0 1,-5-1-16,-2-3 15,-2 0 1,1-2-16,-3-2 16,1-5-16,-1-3 15,-4-2 1,-6-8-16,5 8 16,-5-8-16,0 0 15,0 0 1,0 0-16,6 0 15,-1-2-15,2-2 16,-2-2 0,0-4-16,0-1 15,3-3 1,2-4-16,1-1 16,4-1-1,-3-2 1,3 1-16,0 0 15,-1 3-15,3-3 16,1 0 0,1-4-16,2-4 15,-5 7 1</inkml:trace>
  <inkml:trace contextRef="#ctx0" brushRef="#br0" timeOffset="60431.95">8887 4314 0,'0'0'0,"0"0"0,-14-8 15,-4-5-15,0-4 16,-1 2 0,3-1-16,0 2 15,1 1 1,-5-3-16,-2 1 16,-1-2-1,-5-1 1,-1-2-16,-5 2 15,-3 0-15,-4 0 16,0-3 0,-4 5-1,-2-1-15,-2 3 16,1 1-16,1-1 16,2 2-1,-1 2-15,2 1 16,1 1-1,4 4-15,1-2 16,1 0 0,0 2-16,1-2 15,0 0 1,2 1-16,2 1 16,2 0-1,4 1-15,1 1 16,3 4-1,3 3-15,7 0 16,1 4-16,3 4 16,4 5-1,0 9-15,0 7 16,0 7 0,4 7-16,0 6 15,2 7-15,0 6 16,-1 0-1,-1 2-15,-1 2 16,-2 0 0,-2-2-16,1-5 15,-2-8 1,2-9-16,0-14 16,2-10-1,1-8-15,1-15 16,0 0-1,0 0-15,-6 3 16,-1-3 0</inkml:trace>
  <inkml:trace contextRef="#ctx0" brushRef="#br0" timeOffset="60822.53">7151 4833 0,'24'9'0,"16"5"15,7 1 1,7 0-16,2 2 31,4-4-31,6-1 0,4-5 16,-2-1-16,2 1 16,-4 1-1,-4 2 1,-6 1-16,-10 2 15,-7-1 1,-10-3-16,-9-4 16,-8-3-16</inkml:trace>
  <inkml:trace contextRef="#ctx0" brushRef="#br0" timeOffset="61025.63">7989 4952 0,'-11'43'0,"-8"19"15,2 5 1,0-2-16,7-9 16,0-12-1,-1-12 1,0-12-16,2-9 15</inkml:trace>
  <inkml:trace contextRef="#ctx0" brushRef="#br0" timeOffset="61275.6">7571 4969 0,'-17'60'0,"1"22"0,2-4 16,8-15 0,5-16-16,2-18 15,1-12 1,-2-9-16</inkml:trace>
  <inkml:trace contextRef="#ctx0" brushRef="#br0" timeOffset="61494.33">7286 4868 0,'-29'81'0,"-5"32"0,7 3 16,7-21 0,10-30-16</inkml:trace>
  <inkml:trace contextRef="#ctx0" brushRef="#br0" timeOffset="62541.09">5785 4927 0,'-24'28'0,"-4"15"16,4 6-16,9 3 15,10 5 1,13 6 0,11 5-16,11 0 15,7-3 1,6-12-16,9-12 15,4-10 1,-1-15-16,0-11 16,-4-12-1,-6-6-15,-1-10 16,-7-6 0,-9-5-1,-4-7-15,-6-1 16,-2-3-16,-8 4 15,-7 2 1,-7 0-16,-8 0 16,-8 4-1,-4 4-15,-2 5 16,4 7 0,8 7-16,8 3 15,8 9 1,8-7-16,9-2 15,9-1 1,1 1-16,2 0 16,0 1-1,-1 4-15,-3 1 16,-3 3-16,0 3 16,-1 0-1,-3 0-15,0-3 16,-4-4-1,-4-3-15</inkml:trace>
  <inkml:trace contextRef="#ctx0" brushRef="#br0" timeOffset="63181.64">6707 4731 0,'0'0'0,"0"0"15,0 0 1,-19-3-16,-12-2 15,-7-5-15,-7-2 16,-2-2 0,-2-2-16,-1 1 15,2 1 1,8-2-16,12 5 16,11 3-1,10 1-15,11 3 16,15 1-1,11 3-15,10 3 16,7-2 0,3-2-16,3-6 15,-4-4 1,-4-4-16,-5-2 16,-4 1-1,-9 0-15,-5 3 16,-9 1-1,-7 0-15,-4-1 16,-9-2 0,-8-2-16,-9-2 15,-6-1 1,-9 0-16,-7 0 31,-6 3-31,0 4 0,5 3 16,4 4-1,9 3-15,5-4 16,11 3 0</inkml:trace>
  <inkml:trace contextRef="#ctx0" brushRef="#br0" timeOffset="63431.62">6548 4161 0,'23'9'0,"16"1"0,3 2 16,0 0 0,-4-2-16,-4 0 15,-4-1 1,-3 2-16,-9-2 15,-12 1 1,-5-3-16</inkml:trace>
  <inkml:trace contextRef="#ctx0" brushRef="#br0" timeOffset="63869.07">6556 4178 0,'-9'-23'0,"-1"-15"0,8-6 16,7 0-1,5 2-15,4 1 16,6 2-16,6 2 15,2 4 1,6 7 0,2 7-16,4 8 15,2 10-15,3 9 16,-2 6 0,1 7-16,-5 11 15,-7 3 1,-9 4-16,-10 3 15,-10 5 1,-10 9-16,-11 6 16,-8 4-1,-5 2-15,1-8 16,7-16 0</inkml:trace>
  <inkml:trace contextRef="#ctx0" brushRef="#br0" timeOffset="92694.02">9373 12933 0,'0'0'0,"0"0"0,0 0 16,19 10 0,5 1-16,4-3 15,-1-6-15,1-2 16,6-3 0,1-4-1,5 1-15,1-3 16,4 2-16,3 0 15,1 1 1,1 2-16,0 1 31,5 2-31,1-2 0,1 0 16,-1 2 0,3 1-16,-2 3 15,1-1 1,-1 4-1,1 0-15,3 2 16,2-1-16,-1-2 16,0 0-1,1 0-15,0 2 16,0-1 0,3 1-16,2 1 15,2-1 1,-1-2-16,2 0 15,2-1 1,0-3-16,1-1 16,2 0-1,-1 0 1,-1 3-16,-2 0 16,3-1-1,3-1-15,-3-1 16,1 0-1,-1-1-15,1 0 16,-1 0 0,3-5-16,0 2 15,2 1 1,-3-2-16,-1-1 16,-1 2-1,3-3-15,-5 3 16,-2-2-1,2 2-15,-2 0 16,-1 3 0,-1-2-16,-3 3 15,-4 0 1,1 0-16,-1 0 16,-2 0-1,0 0-15,-3 3 16,-4 2-1,1-4-15,-2 1 16,-6-1 0,1 2-1,-6 0-15,-2 0 16,-1 2-16,0-2 16,-1 1-1,1-4-15,-2 0 16,-1 0-1,-4 0-15,-2 0 16,-2 0 0,-1 0-16,-2 0 15,-3 0 1,-3 0-16,1-1 16,-2-1-1,-4 0-15,-4-4 16,-2 2-1,2-2-15,0-2 16,3-5-16,0-5 16,-2 0-1,-2-1 1,-1-1-16,0-2 16,2 0-1,-1-3-15,-2-1 16,2-2-16,-3 2 15,-1 1 1,1-1-16,-1-2 16,0-3-1,-1 2-15,-1 2 16,-2-2-16,2 4 16,-2 0-1,1-2-15,1 2 16,-2 2-1,2 0-15,1 2 16,1 2 0,-2 1-16,-2 0 15,0 2 1,0 3-16,0 1 16,2 2-16,0 2 15,-2 8 1,0 0-16,0 0 15,0 0 1,0 0-16,0 0 16,-4 1-1,-5 9-15,-3 5 16,-3 0 0,1 2-16,-2 2 15,0 0 1,-1-2-16,2-1 15,2-4 1,4-3-16,3-4 16,6-5-16,0 0 15,0 0 1,0 0-16,0 0 16,0 0-1,1-3-15,3-4 16,1-5-1,3-2-15,5-2 16,-1-2 0,0 2-16,1-2 15,-2 1-15,-2 0 16,2 1 0,-3 1-16,2 1 15,0 1 1,-2 3-16,0 2 15,-2 3-15,-6 5 16,8-3 0,0 0-16,5 3 15,0 2 1,-1 2-16,-1 1 16,-2 5-1,0 0-15,1 4 16,3-1-1,-5 1-15,-2-1 16,1 2 0,-4-3-16,1 0 15,-1-2 1,0 2-16,-2-3 16,1 0-16,-2-9 31,3 9-31,1 0 0,2-1 15,0-2 1,-6-6-16,4 0 16</inkml:trace>
  <inkml:trace contextRef="#ctx0" brushRef="#br0" timeOffset="101489.93">15603 9743 0,'-19'11'0,"-9"9"16,2 5-16,5 4 15,4 8 1,7 6-1,3 1-15,9 1 16,6-3 0,6-7-16,8-8 15,3-8 1,7-10-16,1-9 16,2-7-1,3-8-15,-2-9 16,0-6-1,-5-5-15,0-7 16,-8-2 0,-6 0-16,-7 2 15,-10 6 1,-8 5-16,-13 9 16,-10 11-1,-5 9-15,-5 8 16,-4 4-1,3 6-15,3 2 16,5 0 0,8 3-16,7 4 15,7 2 1,6 1-16,3-7 16,2-7-1</inkml:trace>
  <inkml:trace contextRef="#ctx0" brushRef="#br0" timeOffset="102067.99">15862 9572 0,'0'0'0,"0"0"15,23 9-15,12 9 16,8 1 0,6-1-16,-4-3 15,-4-3 1,-6-3-16,-7-3 15,-8-3 1,-7-1-16,-7-5 16,-2-6-16,-4-8 15,-1-8-15,-3-6 16,-1-8 0,-1-3-16,-3-5 15,1 1 1,2 5-16,3 8 15,5 7 1,4 5-16,10 1 16,4 6-1,8 6-15,10 5 16,5 5 0,2 2-16,4 6 15,-5 6 1,-2 2-16,-4 9 15,-4 3 1,-4 4-16,-8-6 16</inkml:trace>
  <inkml:trace contextRef="#ctx0" brushRef="#br0" timeOffset="104958.29">12249 9853 0,'0'31'0,"4"11"15,4-5 1,5-9-16,3-9 16,2-7-1,-1-8-15,1-7 16,1-6 0,0-4-16,-2-6 15,-5-4 1,-3-2-1,-3-5-15,-1-2 16,-6-4-16,-4 3 16,-8 8-1,-9 7-15,-7 10 16,-4 14 0,-4 10-16,-3 5 15,-1 2 1,5-1-16,10-6 15,9-5 1,17-11-16,-1-4 16,7-6-1,-1 1-15</inkml:trace>
  <inkml:trace contextRef="#ctx0" brushRef="#br0" timeOffset="105489.49">12391 9615 0,'0'0'0,"0"0"0,0 0 16,18 4 0,4-1-16,1-5 15,-1-7 1,-1-7-1,-3-3-15,-4-5 16,-3-4-16,-5-1 16,-3 0-1,-3-1-15,-8 0 16,-5 1 0,-7 1-16,-6 4 15,-2 6 1,-3 5-16,0 9 15,-1 10 1,7 2-16,9 7 16,10 5-1,7 4-15,10 2 16,8 4 0,7-1-16,6 3 15,6 1 1,4 2-16,8 0 15,-2-3 1,3 0-16,-2-3 16,-6-1-1,-3-3 1,-3-2-16,-1-5 16,-7-10-16,-8-7 15</inkml:trace>
  <inkml:trace contextRef="#ctx0" brushRef="#br0" timeOffset="105661.34">12819 9649 0,'-27'25'0,"-10"9"16,1 4-16,8-5 15,8-9 1</inkml:trace>
  <inkml:trace contextRef="#ctx0" brushRef="#br0" timeOffset="106270.65">12802 9368 0,'0'0'0,"0"0"16,0 0-1,18-1-15,7-5 16,1-8-1,0-4-15,-7-7 16,-4-7 0,-6-4-16,-3-2 15,-6-3 1,-4-3-16,-7 2 31,-7 1-31,-4 5 16,-7 6-16,-1 6 15,0 10-15,1 7 16,5 9 0,3 6-16,9 8 15,11 5 1,11 4-16,10 5 16,10 1-1,8 0-15,4 3 16,5 0-1,-2 3-15,2 0 16,4 1 0,-5-1-16,-3-4 15,-5-3 1,-6-1-16,-4-2 16,-4-4-1,-3-5 1,-2-11-16,-5-6 15</inkml:trace>
  <inkml:trace contextRef="#ctx0" brushRef="#br0" timeOffset="106473.75">13356 9164 0,'-39'41'0,"-13"28"0,-8 6 31,6 2-31,12-2 0,12-19 16</inkml:trace>
  <inkml:trace contextRef="#ctx0" brushRef="#br0" timeOffset="113191.76">15108 12252 0,'0'0'0,"0"0"16,0 0-16,0 0 16,0 0-1,0 0-15,9-9 16,5-4-1,-1-2-15,-1 1 16,-2 3-16,-2-1 16,0-1-1,3-2-15,3-2 16,0 0 0,0 1-16,1-2 15,1-3 1,1 0-1,1-1-15,5-4 16,-2 2-16,2-1 16,1-1-1,2 1-15,-1-1 16,2 0 0,1 0-1,2-2-15,-2-1 16,1 2-1,1 1-15,0-5 16,3-1-16,-2-4 16,1 2-1,1-1 1,1-1-16,-1 1 16,0-2-1,3-2-15,-2 0 16,1-3-1,1 1-15,1 0 16,0 0 0,1 0-16,-1 2 15,1 1 1,-2-1-16,-2 0 16,-1 1-1,5 2-15,-2-2 16,0 0-1,-2 0-15,3 3 16,-1-2 0,2-1-16,-4-2 15,1 1 1,-2 2-16,0-3 16,1 1-1,0-3-15,0 4 16,-1-1-1,0-2-15,-3 2 16,4 0 0,-4-2-16,0-1 15,1-2 1,0 2-16,1 1 16,-2-1-1,-1 2-15,-1 0 16,-1 3-1,0 3 1,2-2-16,2 0 16,-3 1-1,-3-3-15,1 3 16,0 1 0,-3 1-16,1 1 15,-1 1 1,-2 0-16,0 0 15,0 1 1,-1 4-16,1-1 16,1-2-1,1 0-15,-3 4 16,2-2 0,-1 0-16,-3 2 15,0 2 1,-3-3-16,3 1 15,-2 2 1,-1 0-16,-2 1 16,2 2-1,-3 1-15,4 1 16,-6 5 0,-3 1-16,0 5 15,-1-1 1,-1 3-16,-2 0 15,-3 5-15,0 0 16,0 0 0,0 0-16,0 0 15,0 0 1,0 0-16,2-7 16,-2 7-1,0 0-15,0 0 16,0 0-1,0 0-15,0 0 16,0 0-16,0 0 16,0 0-1,0 0-15,0 0 16,0 0 0,0 0-16,5-4 15,-5 4 1,0 0-16,0 0 15,0 0 1,0 0-16,0 0 16,0 0-16,0 0 15,0 0 1,0 0-16,0 0 16,0 0-1,0 0-15,0 0 16,0 0-16,0 0 15,0 0 1,0 0-16,0 0 16,0 0-1,0 0-15,0 0 16,0 0 0,0 0-16,0 0 15,0 0-15,0 0 16,0 0-1,6-4-15,-6 4 16,1-7 0,-3 0-16</inkml:trace>
  <inkml:trace contextRef="#ctx0" brushRef="#br0" timeOffset="114097.9">17782 8696 0,'0'0'0,"0"0"16,0 0 0,0 0-16,0 0 15,-1 21-15,-2 7 16,-2 0-1,-3-4-15,-4-4 16,-4-4 0,-3-5-16,4-5 15,-2-6-15,1-7 16,4-7 0,3-5-1,5-4-15,6-6 16,3 1-1,4 2-15,6 3 16,5 7 0,2 1-16,2 10 15,2 6 1,-3 5-16,-3 6 16,-4 5-1,-10 6-15,-6 2 16,-9 4-1,-8 1-15,-2-2 32,-4-4-32,-3-5 0,3-10 15,-1-5-15,1-8 16,4-9 0,7-8-1,8-1-15,8 0 16,6 2-1,8 4-15,0 9 16,6 7 0,1 8-16,1 8 15,-5 8 1,-5-3-16</inkml:trace>
  <inkml:trace contextRef="#ctx0" brushRef="#br0" timeOffset="114863.45">17531 9173 0,'0'0'0,"0"0"0,0 0 16,0 0-1,0 0-15,0 0 16,19-11 0,8-5-16,4 0 15,1 0 1,2-1-16,0 0 15,-3-2 1,1-2 0,1 0-16,4 1 15,1 3-15,-5 4 16,-4 2 0,-7 6-16,-5 1 15,-5 2 1,-2 1-16,-10 1 15,9 3 1,-3 1-16,-1 4 16,-4 0-1,-4 2-15,0 5 16,-1 4 0,-2 6-16,-3 1 15,-2 4-15,1 1 16,0 1-1,3-1-15,-1 3 16,0 1 0,-3 1-16,3 0 15,4 0 1,4 2-16,2-8 16,0-10-1</inkml:trace>
  <inkml:trace contextRef="#ctx0" brushRef="#br0" timeOffset="125643.69">17505 5845 0,'-15'19'0,"-2"8"16,8 5-16,10 6 16,12-2-1,5-2-15,6-5 16,6-9-1,0-11-15,-1-11 16,-3-7 0,-2-9-16,0-4 15,-5-7 1,-7-8 0,-1-5-16,-6-5 15,-6-4 1,-6 1-16,-5 6 15,-6 10-15,-3 9 16,-2 12 0,-2 9-16,0 13 15,0 8 1,4 11 0,2 3-16,5-4 15,9-8-15,4-10 16,2-3-1</inkml:trace>
  <inkml:trace contextRef="#ctx0" brushRef="#br0" timeOffset="126237.37">17690 5480 0,'0'0'0,"0"0"16,21 2-1,10-5-15,3-9 16,-4-8 0,-4-5-16,-4-5 15,-7-2 1,-9-3-1,-6 4-15,-3-6 16,-3 3-16,-6-5 16,-6 2-1,-3 1 1,-3 3-16,-4 5 16,-5 9-16,-3 9 15,1 9 1,6 8-16,6 4 15,5 2 1,9 4-16,12 5 16,12 3-1,7 5 1,9 3-16,6 5 16,4 2-1,6 6-15,3 1 16,1 0-1,0 0-15,-3-6 16,-7-3 0,0-7-1,-3-3-15,-3-7 16,-5-4-16,-3-4 16,-4-7-1,-5-3-15</inkml:trace>
  <inkml:trace contextRef="#ctx0" brushRef="#br0" timeOffset="126409.23">18135 5523 0,'-22'30'0,"-7"13"16,3 1-1,4-5-15,8-11 16</inkml:trace>
  <inkml:trace contextRef="#ctx0" brushRef="#br0" timeOffset="126643.58">18009 5540 0,'13'-29'0,"8"-17"16,6-6-16,2-1 15,0-3 1,-9 13-16</inkml:trace>
  <inkml:trace contextRef="#ctx0" brushRef="#br0" timeOffset="127440.36">18101 4884 0,'0'0'0,"0"0"15,0 0-15,9-15 16,8-12-16,-4-6 16,-4-3-1,-6-1 1,-1 1-16,-4 1 16,-7 0-1,-4 3-15,-10 5 16,-6 4-1,-6 7-15,-2 8 16,-2 9 0,4 8-16,1 3 15,8 5 1,12 4-16,10 7 16,8 1-1,8 3-15,11 3 16,9 5-1,7 4-15,4-1 16,6 2 0,2-5-16,3-4 15,-1-5 1,-2-5-16,-2-5 16,-5-3-1,-7-2-15,-5 0 16,-10-4-1,-4-4-15,-6-8 16,-4-4 0,-4 1-16</inkml:trace>
  <inkml:trace contextRef="#ctx0" brushRef="#br0" timeOffset="127612.22">18461 4842 0,'-22'31'0,"-13"21"0,0 2 15,7 1 1,5-8-16,7-14 16</inkml:trace>
  <inkml:trace contextRef="#ctx0" brushRef="#br0" timeOffset="138595.37">18671 9028 0,'0'0'0,"19"-4"0,6 4 16,1-1 0,-3 2-16,1 2 15,1 1 1,2-1-16,0 1 16,5-2-1,1 1-15,1 1 16,1 1-1,2 1-15,-1 1 16,4 2 0,-1-1-16,2 1 15,0-1 1,3-2-16,4 0 16,2 0-1,1 2-15,2 1 16,-4-3-1,4 1-15,-2 2 16,-3-2 0,2-2-16,1 1 15,2 1 1,1-1-16,0-3 16,-1 1-1,0-2 1,4 1-16,-2 2 15,-1 1-15,4 1 16,-1-3 0,0 0-1,0 1-15,-1 1 16,-3 1 0,0-2-16,-2 4 15,-1-5 1,3 2-16,0-2 15,-3 0 1,1 0-16,-2-1 16,-2-2-1,1 1-15,0-1 16,-2-1 0,-3 0-16,0 0 15,-1 0 1,-3-3-16,0 1 15,0-1 1,1-1-16,-3-1 16,1 0-1,-5 1-15,-1 0 16,-2-1 0,-4 4-16,-4 1 31,-1-1-31,-4 1 0,-2 0 15,-3 0 1,1 2-16,-4 1 16,-1 1-16,1 2 15,-1-1 1,-2 5-16,-2 1 16,-3 0-1,-2 3-15,0 3 16,0 2-1,1 2-15,0 3 16,-2 2 0,-2-1-16,0 2 15,1 3 1,1 3-16,1 0 16,-2-2-1,0 1-15,0 4 16,0 2-1,0 2-15,-2-1 16,2 1 0,1-2-1,1 2-15,-3 2 16,-1 3 0,2-3-16,-1 0 15,1-3 1,1 3-16,4-2 15,-2 3 1,0 0-16,0 2 16,-2 1-1,2 1-15,2 0 16,0 3 0,-3-2-16,1 2 15,-1-1 1,-4 3-1,3 2-15,-1-2 16,0 1 0,1 0-16,-2 2 15,4 2 1,-1 0-16,0 0 16,0 3-1,-2-2-15,2 2 16,0 1-1,-2-2-15,-1 1 16,1 0 0,3 0-16,0-2 15,1-2 1,1-1-16,-2 1 16,0-3-1,0 3-15,0-3 16,0 1-1,2-2-15,1-2 16,-3-3 0,1 0-1,1-5-15,-2-1 16,0 0-16,0 1 16,0-2-1,0-3 1,0 2-16,-1-3 15,0-1 1,0-4-16,1 3 16,2 0-1,-1 0-15,-1-3 16,-1 0 0,0 3-16,0-1 15,0-2 1,2 0-16,2-2 15,-1 0 1,-2 0-16,2-3 16,0 0-1,1 0-15,-3-4 16,0 0 0,0-1-16,2-1 15,-1 0 1,-1 0-16,0-3 15,0-1 1,0-2-16,2 1 16,-2-2-1,-1-2-15,0 1 16,1 1-16,-2-5 16,-2 1-1,3-1 1,-2 0-16,2 1 15,1-9-15,-2 8 16,-1 1 0,-1-1-16,4-8 15,-3 8 1,3-8 0,-3 8-16,3-8 15,0 0-15,-5 10 16,-2-2-1,3 1-15,4-9 16,0 0 0,0 0-16,0 0 15,0 0-15,0 0 16,0 0 0,0 0-16,0 0 15,0 0 1,0 0-16,0 0 15,0 0-15,0 0 16,0 0 0,0 0-16,0 0 15,0 0 1,0 0-16,0 0 16,0 0-1,0 0-15,0 0 16,-2 8-1,2-8-15,0 0 16,0 0-16,0 0 16,0 0-1,0 0-15,0 0 16,0 0 0,0 0-16,0 0 15,0 0 1,-2 8-16,2-8 15,0 0-15,0 0 16,0 0 0,0 0-16,0 0 15,-3 6 1,3-6-16,0 0 16,0 0-1,0 0-15,0 0 16,0 0-16,0 0 15,0 0 1,0 0 0,0 0-16,0 0 15,0 0 1,0 0-16,0 0 16,0 0-16,0 0 15,0 0-15,0 0 16,0 0-1,0 0-15,0 0 16,0 0 0,0 0-16,0 0 15,0 0-15,0 0 16,0 0 0,0 0-16,0 0 15,0 0-15,0 0 16,0 0-1,0 0-15,0 0 16,0 0 0,0 0-16,0 0 15,0 0 1,0 0-16,0 0 16,0 0-16,0 0 31,0 0-31,0 0 0,0 0 15,0 0 1,0 0-16,0 0 16,0 0-1,0 0-15,0 0 16,0 0-16,0 0 16,0 0-1,0 0-15,0 0 16,0 0-1,0 0-15,0 0 16,0 0 0,0 0-16,0 0 15,0 0-15,0 0 16,0 0 0,0 0-16,0 0 15,0 0 1,0 0-16,0 0 15,0 0 1,0 0-16,0 0 16,0 0-16,0 0 15,0 0 1,0 0-16,0 0 16,0 0-1,0 0-15,0 0 16,0 0-16,0 0 15,0 0 1,0 0-16,0 0 16,0 0-1,0 0-15,0 0 16,0 0 0,0 0-16,0 0 15,0 0-15,0 0 16,0 0-1,0 0-15,0 0 16,0 0 0,0 0-16,0 0 15,0 0 1,0 0-16,0 0 16,0 0-16,0 0 15,0 0 1,0 0-16,0 0 15,0 0 1,0 0-16,0 0 16,0 0-1,0 0-15,0 0 16,5 4-16,3-2 16,-8-2-1,0 0-15,0 0 16,0 0-16,0 0 15,0 0 1,0 0-16,9 1 16,-9-1-1,0 0-15,0 0 16,0 0-16,0 0 16,0 0-1,0 0-15,0 0 16,0 0-1,0 0-15,0 0 16,0 0-16,0 0 16,6 2-1,-6-2-15,0 0 16,0 0 0,0 0-16,0 0 15,0 0-15,0 0 16,0 0-1,0 0-15,0 0 16,0 0 0,0 0-16,0 0 15,0 0-15,0 0 16,0 0 0,0 0-16,0 0 15,0 0-15,0 0 16,0 0-1,0 0-15,0 0 16,0 0 0,0 0-16,0 0 15,0 0-15,0 0 16,0 0 0,0 0-16,0 0 15,0 0 1,0 0-16,0 0 15,0 0-15,0 0 16,0 0 0,0 0-16,0 0 15,0 0 1,0 0-16,0 0 16,0 0-16,0 0 15,0 0 1,0 0-16,0 0 15,0 0 1,0 0-16,0 0 16,0 0-16,0 0 15,0 0 1,0 0-16,0 0 16,0 0-1,0 0-15,0 0 16,0 0-16,0 0 15,0 0 1,0 0-16,-1 5 16,0 1-16,1-6 15,0 0 1,0 0-16,0 0 16,0 0-1,0 0-15,0 0 16,0 0-16,0 0 15,-3 6 1,3-6-16,0 0 16,-3 5-16,3-5 15,0 0 1,0 0-16,-2 6 16,2-6-1,0 0-15,0 0 16,-3 7-16,3-7 15,0 0 1,0 0-16,0 0 16,0 0-16,0 0 15,0 0 1,0 0-16,0 0 16,0 0-1,0 0-15,0 0 16,-4 5-16,4-5 15,0 0 1,0 0-16,0 0 16,0 0-16,0 0 15,0 0 1,0 0-16,0 0 16,0 0-1,0 0-15,0 0 16,0 0-16,0 0 15,0 0 1,0 0-16,0 0 16,0 0-1,0 0-15,0 0 16,0 0-16,0 0 16,0 0-1,0 0-15,0 6 16,0-6-16,0 0 15,0 0-15,0 0 16,0 0 0,0 0-16,0 0 15,0 0 1,0 0-16,0 0 16,0 0-16,0 0 15,-1 7 1,1-7-16,0 0 15,-3 7 1,3-7-16,0 0 16,0 0-16,0 0 15,0 0 1,0 0-16,0 0 16,0 0-16,0 0 15,0 0 1,0 0-16,0 0 15,0 7 1,2 1-16,5 2 16,0-4-1,1-5-15,-3-8 16,-3-1-16</inkml:trace>
  <inkml:trace contextRef="#ctx0" brushRef="#br0" timeOffset="152140.76">21371 13622 0,'0'0'0,"0"0"0,0 0 16,0 0-1,0 0-15,-16 4 16,-5 3-16,-2-1 16,3 0-1,2 0-15,0-3 16,0 1-1,-3-1 1,-1-2-16,-4-1 16,2-1-1,-2 0-15,-3 1 16,1 0-16,-4 0 16,0-3-1,-3 1-15,-1 2 16,-2-1-1,0-2 1,-3-1-16,2 0 16,0 0-16,1-1 15,-3 1 1,2 1-16,-3 0 16,4 0-1,-2 1 1,0-1-16,-1 0 15,-1 1-15,1 0 16,-1 2 0,-2 0-1,0 0-15,-3 0 16,3 2 0,-4 0-16,3-1 15,0-1-15,2 0 16,-2 2-1,-1 1 1,1 1-16,-1 2 16,0-1-1,0 4-15,-2-1 16,0 1 0,-1 0-16,2-1 15,0 4 1,-1-3-16,0-1 15,4-2-15,-3 3 16,1-1 0,-3 0-16,-1 1 31,0-1-31,1 0 0,2-1 16,1-4-1,-1-1-15,2-1 16,0 1-1,-3 1 1,2 0-16,-3 0 16,1 2-16,0 0 15,1 0 1,-2 2-16,3 1 16,-2-2-1,3 1-15,-1-2 16,1-1-1,0-1-15,-2-1 16,0-2 0,0 0-1,1 0-15,2 3 16,-2-1 0,1-2-16,-2 2 15,4-1 1,-1-2-16,-1 1 15,2-2 1,-1 1-16,0 0 16,-1-1-1,-2 1-15,3 0 16,3-2-16,-4-1 16,2-1-1,-1 1 1,0 1-16,0 2 15,-4 0-15,5 1 16,-3-2 0,3-1-1,-3 2-15,-3 1 16,-1 0-16,3 1 16,-1 2-1,2 0 1,-6 1-16,2-1 15,1 1 1,-3-2-16,-2 0 16,4-1-1,-1 1-15,-3 1 16,1 0 0,-2-2-16,1 2 15,0-3 1,-1-2-16,1 1 15,-1-2 1,2-1-16,0 0 16,-2 3-1,1 1-15,2-1 16,-3 0 0,2-3-16,2 1 15,-1 0-15,4 2 16,-3 0-1,-1 1 1,2 0-16,-3 0 16,3-2-1,-3 1-15,0 1 16,0 3 0,3-3-16,-2 2 15,1 0 1,0-1-16,0-1 15,1 3 1,-1-3-16,-1 0 16,0 0-1,1 0-15,0 3 16,0-1-16,4-1 16,2-2-1,2 1-15,-5 1 16,1-2-1,-1 0-15,1-5 16,-2 2 0,5 2-16,-4-2 15,-1 4 1,-2-1-16,2-2 16,0-1-1,-1 0-15,2 0 16,-2 1-1,-2-1-15,4-1 16,-1-1 0,-1-1-1,1 0-15,3-1 16,1 1-16,1 1 16,-2-1-1,2 2-15,-1-1 16,2 2-1,-1 0-15,0 0 16,2 1 0,1-1-16,-1 0 15,-2 1 1,3 0-16,0 0 16,-3 1-1,2 2-15,1 2 16,-2 4-1,3-1-15,-2 1 16,1 0-16,0 2 16,4 0-1,-1 1-15,-2-3 16,2-1 0,3 2-16,-1 1 15,2 0 1,-2 2-16,1 0 15,0-2 1,4 2-16,2-1 16,0 0-1,-4-1-15,0 2 16,2-2 0,-1 1-16,3-1 15,3 0 1,-1 1-16,2-1 15,1 0 1,1 1-16,1 0 16,2-2-16,2-1 15,0 1 1,1 0-16,4-4 16,0 1-1,1-1-15,1 0 16,11-3-1,-7 1-15,1-1 16,6 0 0,0 0-16,0 0 15,0 0-15,0 0 16,0 0 0,0 0-16,0 0 15,0 0 1,0 0-16,0 0 15,0 0 1,0 0-16,0 0 16,0 0-16,-3-6 15,5-7 1,-2-3-16,0-4 16,0-5-1,-1-3-15,-3-8 16,0-2-1,-2-3 1,2-1-16,1-2 16,-2-4-16,0-1 15,-1-4 1,2-4-16,0-1 16,-2 0-1,4-2-15,1-1 16,0-1-1,-2-1-15,0 2 16,-1-2-16,1 1 16,-1 1-1,-1-1-15,2 2 16,0 0 0,2 0-16,-3-1 15,-2-3 1,2-1-16,-2-4 15,1 0 1,-1-1-16,0 3 16,3-3-1,-2 4-15,-2-5 16,0 0 0,1-5-16,0-4 15,0 1 1,2-2-16,-3-4 15,3-2 1,-1 1-16,1-1 16,0-1-1,0-2 1,1 1-16,3 0 16,0-2-1,1-4-15,1-3 16,0 2-1,3 1-15,1 7 16,-1-1 0,-2 7-16,1 1 15,-1 4 17,-1 4-32,1 1 0,2 0 15,2 1 1,1 1-16,-1 1 15,-4 4 1,2 1-16,0 6 16,1 5-1,0 3-15,-2 7 16,-2 6 0,1 6-16,-2 6 15,-1 3-15,-2 3 16,1 3-1,0 2-15,1 1 16,2 3-16,1 0 16,-3 2-1,3-1-15,-3 3 16,0 6-16,2-6 16,-3 0-1,-1 0-15,2 6 16,0 0-16,0 0 15,2-5-15,-2 5 32,0 0-32,6-5 0,-1 0 15,2 2-15,0 0 16,-7 3 0,8-1-16,1 1 15,3 1 1,2 1-16,1-2 15,1 1 1,0 3-16,-2-2 16,3-1-1,-1 1-15,6 2 16,0-2 0,2-2-16,3 0 15,-1 1 1,-1-1-16,0 0 15,-1 1 1,-2 3-16,2-3 16,2 1-1,-1-2-15,-1 0 16,2 1 0,-4 5-16,-4-2 15,2-1 1,1-1-1,-5-2-15,0 2 16,1 2-16,-1 0 16,-5-2-1,-1 0-15,1 0 16,-11-2 0,0 0-16,9 1 15,-9-1 1,0 0-16,0 0 15,1-4-15,-5-3 16,-3-3 0,-5-1-16,-1 1 15,0-5 1,-3 1-16,3-2 16,1-1-1,2 3-15,-3 3 16,-2 4-1,6 1-15,3 2 16,6 4-16,0 0 16,0 0-16,0 0 15,5 0 1,4 3-16,4 2 16,2 0-1,3 0-15,0-1 16,1 3-1,0 3-15,2 1 16,-2 2 0,-1-1-16,-4-1 15,-2-1 1,0 0-16,-4-2 16,-3 0-1,-3 1-15,0-1 16,-6 3-1,-2 1-15,0-3 16,-7 5 0,1 0-16,-5 0 15,1-1 1,-2 2-16,-1-1 16,-3 1-1,-1 1 1,1-2-16,-2 3 15,1-1-15,4-2 16,4 0-16,1 1 16,-2 0-1,3-4 1,3-2-16,2 2 16,10-1-16,6-2 15,-8-8 1,2 4-16</inkml:trace>
  <inkml:trace contextRef="#ctx0" brushRef="#br0" timeOffset="153437.5">16634 13300 0,'-12'15'0,"-8"9"16,-4 5-16,-7 8 15,-4 6 1,-6 5 0,-3 2-16,-3-3 15,2-6-15,2-3 16,3-4-1,1-4 1,4-5-16,1-3 16,4-5-1,3-5-15,7-3 16,1-5-16,5-3 16,0-1-1,4 0-15,2 0 16,8 0-16,0 0 15,0 0-15,0 0 16,0 0 0,-8 7-16,7 0 15,4 0-15,3 3 16,2 2 0,1 2-16,4 1 15,0 3 1,4 3-16,0 1 15,3 4 1,8 2-16,6 4 16,12-4-16,-5-6 15</inkml:trace>
  <inkml:trace contextRef="#ctx0" brushRef="#br0" timeOffset="155999.72">11888 8755 0,'0'0'0,"0"0"0,0 0 16,13-6-1,7-4-15,-1 3 16,-4 5-16,-1 5 16,-5 6-1,-1 3-15,-5 1 16,-3 1-1,-2 0-15,-4 1 16,-1-3 0,-3-1-16,1-6 15,0-6 1,-4-5-16,0-4 16,-5-4-1,-1-2-15,1 1 16,5 5-1,6 0-15,2 4 16,5 0 0,4 0-16,2 0 15,2 4 1,1 4-16,2 5 16,0 4-1,-2 7 1,-1 1-16,-1 3 15,-3 1-15,-1-4 16,-1-1 0,-3-5-16,-4-2 15,-2-8 1,-7-6-16,0-10 16,-6-7-1,-5-6-15,3-2 16,5 1-1,7 1-15,6 3 16,6 4 0,5 7-16,8 2 15,5 2 1,3 1-16,5 4 16,1 3-1,-1 3-15,-6 8 16,-1 5-1,-6 8-15,-5 4 16,-4 2 0,-4-2-16,-6-9 15,-5-6 1,-5-7-16,-7-13 31,-3-13-31,-4-9 0,-2-2 16,7 2-1,9 6-15,8 4 16,5 4 0,7 4-16,4-1 15,3 3 1,5 3-16,2 4 16,-1 6-1,-3 6-15,-1 10 16,-3 9-1,-5 3-15,-5 2 16,-3-2 0,-2-4-16,-5-10 15,-1-7 1,-4-12-16,-3-12 16,-9-12-1,-1-9-15,3-1 16,7 7-1,6 7-15,10 7 16,10 8 0,6 5-16,8 6 15,6-2 1,7-2-16,3-5 16,8-3-1,-8-1-15</inkml:trace>
  <inkml:trace contextRef="#ctx0" brushRef="#br0" timeOffset="170904.33">12626 8475 0,'0'0'0,"0"0"0,0 0 15,0 0 1,0 0-16,0 0 16,0 0-1,0 0 1,0 0-16,13-10 15,6-6-15,1-4 16,-4 2 0,1-4-16,1 0 15,4-3 1,-1 0-16,-1-3 16,6-2-1,0-1-15,-1-1 16,1 0-1,1-3-15,3-3 16,0 1 0,1 0-16,1-2 15,1-1 1,0-1-16,0-1 16,1-2-1,1-3-15,2 0 16,3-5-1,-1 1-15,-2 1 16,0 1 0,1 2-16,2 0 15,-4 2 1,0 0 0,-1 0-16,1-1 15,4 2 1,-4-2-16,1 1 15,-3 3 1,-1 0-16,1 0 16,0-2-1,-2 2-15,3 0 16,-2 0 0,1 1-16,-3 2 15,-1 2 1,2 1-16,0-6 15,0 0 1,-4-1-16,3 1 16,0 0-1,0-2-15,1 2 16,1-1 0,1 1-16,-1-1 15,0 1 1,-1 0-16,-2 1 15,0 2 1,-2 0 0,-1 2-16,-2 7 15,-1 5-15,-5 1 16,-2 4 0,-4 5-16,-4 4 15,-3 3 1,-6 8-16,0 0 15,2-7 1,-4 2-16,-5 2 16,-3 3-1,-3 3-15,-7 3 16,0 3 0,-4 3-16,-3 3 15,1 1 1,2-3-16,4-4 15,8-1 1,5-4-16,7-4 16,0 0-16,0 0 15,4-2 1,6-4-16,3-1 16,4-2-1,3-2-15,2-3 16,3-1-1,3-2 1,4 0-16,0 0 16,-2 4-16,-1 2 15,-2 4 1,-6 0-16,-4 7 16,-1 3-1,-4 2-15,-3 2 16,-2 8-1,-2 5-15,-3 6 16,-2 5 0,-4 4-16,0 2 15,0-2 1,0-2-16,-1-5 16,6-3-1,6-7 1,-1-12-16,-1-9 15</inkml:trace>
  <inkml:trace contextRef="#ctx0" brushRef="#br0" timeOffset="171826.1">12643 6033 0,'6'21'0,"5"10"15,3 0 1,2-2 0,4-7-16,2-4 15,2-6 1,0-8-16,-1-9 15,-1-2 1,-2-3-16,-2-7 16,-2-6-1,0-2-15,-4-6 16,-1-5 0,-1 4-16,-3 0 15,-4 5 1,-4 5-16,-6 5 15,-11 6 1,-7 6-16,-3 7 16,-3 8-1,0 9-15,0 8 16,2 6 0,2 5-16,7 3 15,7-3 1,5-8-16,6-7 15,6-11 1,-4-12-16,6 4 16</inkml:trace>
  <inkml:trace contextRef="#ctx0" brushRef="#br0" timeOffset="172544.77">12752 5812 0,'0'0'0,"0"0"16,16-6-1,8 3-15,1 3 16,1 6-16,0 3 16,0 3-1,-5-1 1,1 1-16,1-2 16,-5-4-16,0-2 15,-5-1 1,-4-1-16,-2-1 15,-7-1 1,0 0-16,0 0 16,6-4-1,-5-5-15,-4-7 16,-3-3 0,-2-3-1,-3-2-15,-1-1 16,2 3-16,0 3 15,3 2 1,4 0-16,3 0 16,3 2-1,3 2-15,2 2 16,2 3 0,4 3-16,3 2 15,2 7 1,0 2-16,5 2 15,2 1 1,-1 1-16,2-1 16,0-1-1,-2-2-15,-1-1 16,-1 0 0,-8 0-16,-3-2 15,-1-3-15,-2-2 16,-1 1-1,-1 1-15</inkml:trace>
  <inkml:trace contextRef="#ctx0" brushRef="#br0" timeOffset="182856.14">14571 5097 0,'0'0'0,"0"0"0,0 0 16,-13-6-1,-4-10 1,3-7-16,4-6 15,5-10 1,2-7-16,3-4 16,2 3-1,-1 2-15,-2 8 16,-4 5-16,-1 3 16,-3 4-1,-3 7-15,2-2 16,-3 1-1,0 3-15,-1 0 16,-2 4 0,-3-1-1,0 4-15,-3 4 16,-1-1 0,-3 1-16,-2 1 15,0-3-15,-3 0 16,2 3-1,-3 1-15,-5-2 16,0 2 0,-2-1-16,-2-2 15,-1 1 1,-2 1-16,0 0 16,-1 0-1,-2 0-15,-1-1 16,-3-1-1,-3 0 1,0 1-16,-1 0 16,-2 0-16,0 1 15,3 1 1,-2-1-16,-2 1 16,-2 0-1,1 0-15,-1 0 16,0 1-1,-1 0-15,-2 2 16,1 0 0,-1 0-1,0 0-15,2-2 16,-2-3-16,0 2 16,1 0-1,0 2-15,-1 0 16,1 0-1,-3 2-15,-2 1 16,0 1 0,1 0-16,-1 0 15,0-3 1,1 0-16,1 3 16,0 0-1,1 1-15,0-1 16,1 4-1,-3-1-15,1 0 16,-1 1 0,2 0-16,0-3 15,1 3 1,3-1-16,-1-3 16,-1 1-1,2 1-15,2 1 16,2 3-1,1-3-15,0 0 16,1-2 0,2 1-16,0 1 15,1 0 1,1-4-16,-1 0 16,3-1-1,0-1-15,1 0 16,1 0-1,1 0-15,-3-1 16,4 1 0,-2-4-16,4 1 31,3-1-31,0-1 16,2 1-16,2 1 15,2-3-15,1 2 16,0-2-1,3 2 1,-1-1-16,1 0 16,1 1-1,2-2-15,5 2 16,1 1-16,1 2 16,4-1-1,3 2-15,3-1 16,-2-2-1,0 2-15,2 0 16,1 2 0,2 0-16,6-1 15,0 0-15,0 0 16,0 0 0,0 0-16,0 0 15,0 0 1,-1 6-16,4 2 15,2 3 1,4 3-16,3 1 31,3 4-31,1-3 0,-3 4 16,2-3 0,-1 0-16,0 2 15,2 1-15,2 0 16,-1-1-1,-1 2 1,-1-2-16,0-5 16,-3-1-1,0-1-15,-2-5 16,-3-1-16,-1-1 16,1-1-1,-7-4-15,0 0 16,0 0-1,7-1-15,-5-4 16,-4-2 0,-5-2-16,-3-5 15,-6-2 1,-5-6-16,-4-3 16,-5-4-1,-3-3-15,-2-1 16,-3 0-1,0 1 1,3 9-16,4 7 16,5 7-16,7 2 15,4 4 1,5 1-16,10 2 16,0 0-16,0 0 15,0 0 1,-6-1-16,3-3 15,3-3 1,1-1-16,4-1 16,3-5-1,5-4-15,0-3 16,7-2 0,1-3-16,4-4 15,4-1 1,0-1-16,1-1 15,-2 2 1,-3 2-16,-2-1 16,0 5-1,-3 4-15,-1 2 16,-3 2 0,-3 5-16,-4 4 15,-9 8 1,5-7-16,-5 7 15,0 0 1,5-6-16,0 1 16,1 5-16,3 3 15,-9-3 1,2 5-16</inkml:trace>
  <inkml:trace contextRef="#ctx0" brushRef="#br0" timeOffset="189355.42">25965 4118 0,'-6'71'0,"-2"37"16,3 14 0,7 5-16,3 9 15,0 7 1,-1 11-16,-5 13 15,-5 10 1,-4 14-16,0 16 16,-5 13-1,0 7-15,5 2 16,-3 3 0,3-5-16,1 1 15,2-2 1,1-1-16,2-3 15,0-3 1,1-9 0,1-12-16,4-14 15,3-15 1,0-18-16,1-25 16,-1-20-1,-4-22-15,-1-23 16,-3-18-1,0-15-15,-3-14 16,-3-10 0,-5-8-16,-4-13 15,-7-13-15,-3 13 16,7 13 0</inkml:trace>
  <inkml:trace contextRef="#ctx0" brushRef="#br0" timeOffset="190464.68">23970 8032 0,'24'-16'0,"24"-14"0,17 1 0,18 3 15,15 4 1,9 4-16,13 2 16,12 1-1,11 1-15,8 3 16,11-2 0,8 2-16,5-2 15,9 0 1,11-2-1,6-1-15,10 0 16,9 0 0,10 0-16,6 2 15,7 3 1,4-2-16,1 3 16,2 1-1,3-1-15,-4 2 16,-2 4-1,1-3-15,-3 4 16,-5 2 0,-2 1-16,-10 2 15,-13 0 1,-14 5-16,-12-1 16,-15 3-1,-15-1-15,-15 1 16,-20-1-1,-18-1-15,-21-2 16,-23-1 0,-23 1-16,-13-5 15,-14-2 1,-12 2-16,2-8 16,-12-3-1,-6-2-15,-11-4 16,-5-1-1,-6 2-15,-2 1 16,1-2 0,5 3-16,5 2 15,7 1 1,7 4 0,4 2-16,11 5 15,0 0-15,6 6 16,10 8-1,10 1-15,11 4 16,6 0 0,5 0-16,0 2 15,-5-3 1,-6 0-16,-12 3 16,-9 1-1,-11 0-15,-8 0 16,-11 1-16,-12 1 15,-12 1 1,-8 2-16,-14-2 16,-8-14-1,14-9-15</inkml:trace>
  <inkml:trace contextRef="#ctx0" brushRef="#br0" timeOffset="191542.68">25957 4170 0,'0'0'0,"-26"13"16,-12 10-1,1 1-15,1 3 16,7-2-1,5-2 1,6-5-16,7-7 16,5-4-16,2-8 15,0-7-15,3-6 16,4-7 0,4-5-16,4-3 15,4 0 1,1 5-16,3 8 15,1 5 1,3 5-16,4 9 16,5 6-1,6 7-15,4 2 16,5 1-16,1-5 16,0 2-1,1-4 1,-6-9-16,-13-4 15,-10-2 1</inkml:trace>
  <inkml:trace contextRef="#ctx0" brushRef="#br0" timeOffset="192011.37">25169 3845 0,'0'0'0,"2"20"16,8 7-1,11-2-15,11-4 16,6-10 0,5-4-16,-1-8 15,-3-7 1,-9-2-16,-9-4 16,-5-5-1,-11-3-15,-8-5 16,-11-12-16,-5-2 15,-9-4 1,-6-3-16,-2 3 16,-6 5-1,2 11 1,4 10-16,9 13 16,10 8-16,8 0 15,5 0 1</inkml:trace>
  <inkml:trace contextRef="#ctx0" brushRef="#br0" timeOffset="192417.59">25496 3643 0,'0'0'0,"15"23"15,13 4-15,2-2 16,1-11 0,3-11-16,-3-8 15,-2-9-15,-5-6 16,-7 1 0,-7-5-1,-8-2-15,-8-4 16,-10 1-16,-6 2 15,-8 4 1,-6 8-16,-6 9 16,-4 11-1,0 7-15,6 6 16,8 7 0,10 4-16,12-1 15,12-4-15,7-11 16,1-7-1</inkml:trace>
  <inkml:trace contextRef="#ctx0" brushRef="#br0" timeOffset="193011.27">25714 3599 0,'15'-8'0,"4"-8"0,3-3 16,-9-4-1,-5-4-15,-3-9 16,-5-4 0,-1-1-16,-3 10 15,3 7 1,5 14-16,4 10 16,6 9-1,10 4-15,7-3 16,7-5-1,3-6-15,-4-7 16,-7-6-16,-10-5 16,-6-8-1,-7-9 1,-8-4-16,-12-12 16,-11-10-16,-5-5 15,-7-2 1,-7-1-1,-6 5-15,1 8 16,2 8-16,4 12 16,11 13-1,12 13-15,19 11 16,3 6 0,15 18-16,10 12 15,14 9 1,8 7-16,9 6 15,3 2 1,-1-4-16,-6-9 16,-4-6-1,-7-13-15,-7-11 16,-8-13 0,-8-12-16,-8-1 15,-4 1-15</inkml:trace>
  <inkml:trace contextRef="#ctx0" brushRef="#br0" timeOffset="193151.87">26209 2860 0,'-39'32'0,"-19"29"16,-1 16-1,11 5-15,14-17 16</inkml:trace>
  <inkml:trace contextRef="#ctx0" brushRef="#br0" timeOffset="193839.3">28112 7436 0,'0'0'0,"6"36"15,3 18-15,4 5 16,3-3-1,-1-2-15,-1-6 16,-2 0 0,-3 1-16,-2-5 15,-3-10 1</inkml:trace>
  <inkml:trace contextRef="#ctx0" brushRef="#br0" timeOffset="194432.99">28162 8458 0,'-1'35'0,"1"19"15,-1 2-15,1-4 16,2-7-1,1-9-15,0-12 16,-1-10 0,-2-14-1,1-1-15,-2-12 16,-2-14-16,-2-11 16,2-10-1,0 0-15,0 7 16,3 14-1,2 9-15,4 6 16,7 10 0,5 10-16,7 5 15,4 2 1,2 3-16,4 0 16,-1-1-1,2-1-15,-3-3 16,-5-2-1,-6-8-15,-7-3 16</inkml:trace>
  <inkml:trace contextRef="#ctx0" brushRef="#br0" timeOffset="194667.34">28371 8338 0,'-35'12'0,"-17"7"0,-5 8 0,0 6 16,0 4-1,6 1-15,11-4 16,8-7-1,10-9-15</inkml:trace>
  <inkml:trace contextRef="#ctx0" brushRef="#br0" timeOffset="195229.78">30326 7335 0,'0'0'0,"2"23"0,1 15 0,1 6 15,3 3-15,-1 1 16,1 5-1,1-2 1,0 2-16,0-2 16,2 0-1,-2-13-15,-2-13 16</inkml:trace>
  <inkml:trace contextRef="#ctx0" brushRef="#br0" timeOffset="195807.84">30267 8645 0,'-20'-6'0,"-5"-5"16,3-2 0,5-6-16,9-3 15,5-1 1,10-3-1,5 5-15,7 6 16,-1 4-16,0 4 16,2 10-1,-5 8-15,-1 8 16,-6 10 0,-4 6-16,-6 4 15,-7 4 1,-6 0-16,-3 0 15,-3-4 1,3-3-16,4-5 16,4-8-1,6-3-15,9-8 16,7-7 0,12-10-16,13-7 15,8-10 1,9-5-16,1-2 15,-13 4 1,-13 7 0</inkml:trace>
  <inkml:trace contextRef="#ctx0" brushRef="#br0" timeOffset="196245.29">30602 8619 0,'-12'28'0,"-2"8"16,1-7 0,6-10-1,2-7-15,5-12 0,-5-2 16,3-13-1,0-10-15,1-8 16,0-1-16,0 0 16,0 9-1,3 6-15,0 9 16,3 6 0,6 8-16,3 3 15,4 4-15,7 4 16,4 2-1,1-3-15,1-1 16,-3-4 0,-1 0-16,-3-5 15,-5-4 1,1-6-16,-3-6 16,-3 2-1</inkml:trace>
  <inkml:trace contextRef="#ctx0" brushRef="#br0" timeOffset="196542.13">30862 8373 0,'-27'2'0,"-12"6"0,-7 7 16,-1 4 0,-2 5-16,4 0 15,1-2 1,4-2-16,6-2 16,4-1-1,7-3-15,7-3 16,4 1-1,3-2-15,2-4 16</inkml:trace>
  <inkml:trace contextRef="#ctx0" brushRef="#br0" timeOffset="205541.14">28120 7667 0,'0'0'0,"0"0"15,0 0 1,0 0-16,0 0 15,0 0 1,0 0-16,8-13 16,3-6-1,-2-1-15,-2-1 16,-1-3 0,1-2-16,0 0 15,1-4 1,0-5-16,1 0 15,-3-3 1,-1 0-16,-1-3 16,-1-2-1,0-1-15,3-5 16,0-3 0,-1-3-16,0 0 15,0-1 1,2-1-16,0 0 15,1 2 1,-3 1-16,1-3 16,4-1-1,3-2-15,3-1 16,3 2 0,3 5-1,2 0-15,2 0 16,0 0-16,1 3 15,2-2 1,7 1 0,3 2-16,4 3 15,1 3-15,3 3 16,-2 2 0,4 5-1,1 2-15,-2 4 16,3 6-1,-3 2-15,1 5 16,2 3-16,1 3 16,1 4-1,0 4-15,-2 3 16,-1 4 0,-1 2-16,-2 3 15,0 4 1,-1 3-1,-1 0-15,-4 6 16,0 4 0,0-2-16,-2 4 15,0 2 1,-1 1-16,-1 2 16,-3 2-16,-2 2 15,1 1 1,0 3-1,-1 4-15,-2-1 16,-3 2-16,0 0 16,-3 0-1,1 5-15,3 0 16,-3 3 0,0 1-16,-2 0 15,-3 2 1,-1 2-16,-1-4 15,1 0 1,-2-1-16,-1-1 16,-3 4-1,1 4 1,-2-2-16,0-1 16,-1-1-1,-3-2-15,0-1 16,-2-6-1,-1-2-15,1-3 16,-3-8 0,-1-1-16,0-3 15,4-8 1,-4-3-16,0-4 16,0-5-1,-2-13-15,0 0 16,0 0-16,0 0 15,0 0 1,0 0-16,0 0 16,0 0-1,0 0-15,0 0 16,0 0 0,0 0-16,0 0 15,0 0-15,5 7 16,-5-7-1,9-39-15,0-10 16</inkml:trace>
  <inkml:trace contextRef="#ctx0" brushRef="#br0" timeOffset="211337.37">26083 5633 0,'0'0'0,"0"0"16,22-10-16,14-4 16,-4 1-1,-9 3-15</inkml:trace>
  <inkml:trace contextRef="#ctx0" brushRef="#br0" timeOffset="211524.86">26527 5599 0,'33'0'0,"18"-3"16,5-3 0,-3-1-16,-5-1 15,-13 2 1</inkml:trace>
  <inkml:trace contextRef="#ctx0" brushRef="#br0" timeOffset="211681.09">27080 5582 0,'29'4'0,"17"0"16,6-6-1,2-3-15,-5-1 16,-12 2-1,4 1-15,-5 2 16</inkml:trace>
  <inkml:trace contextRef="#ctx0" brushRef="#br0" timeOffset="211774.83">27625 5616 0,'32'4'0,"18"0"15,0-4-15,1-1 16,-14-1-1</inkml:trace>
  <inkml:trace contextRef="#ctx0" brushRef="#br0" timeOffset="212009.18">28154 5675 0,'44'9'0,"16"2"16,-1 0-1,-4 0 1,-4 1-16,-8-2 16,-7 0-1,-1-3-15,-1-7 16,0-7-16,-4-3 16,-7 3 15</inkml:trace>
  <inkml:trace contextRef="#ctx0" brushRef="#br0" timeOffset="212118.54">28858 5727 0</inkml:trace>
  <inkml:trace contextRef="#ctx0" brushRef="#br0" timeOffset="213274.66">23367 5999 0,'0'0'0,"20"8"16,15 7-16,11 1 16,8-2-1,2-6-15,0-2 16,1-6-1,-5-3 1,-7-4-16,-5-2 16,-9 3-1,-8-2-15,-3-1 16,-10-5 0,-6-8-16,-5-6 15,-8-7 1,-7-5-16,-9-3 15,-4 0 1,-5 3-16,-2 5 16,0 6-1,3 7-15,6 9 16,6 7 0,8 4-1,13 2-15,-2-4 0,2 4 16,2-4-1</inkml:trace>
  <inkml:trace contextRef="#ctx0" brushRef="#br0" timeOffset="213696.49">23869 5361 0,'-8'30'0,"1"10"15,7-6 1,9-9-16,9-13 16,11-8-1,8-8-15,4-6 16,0 1-1,3 4-15,-6 1 16,-6 5 0,-7 5-16,-6 3 15,-10 8 1,-6 8-16,-4 9 16,-3 3-1,-4 7-15,-2-5 16,3-2-1,2-11-15,5-26 16,0 0 0,-1 10-16</inkml:trace>
  <inkml:trace contextRef="#ctx0" brushRef="#br0" timeOffset="213915.22">24330 5242 0,'-15'21'0,"-8"12"0,2 3 15,2 2 1,7-11-16,5-10 15,3-5-15</inkml:trace>
  <inkml:trace contextRef="#ctx0" brushRef="#br0" timeOffset="214290.18">24246 4868 0,'0'0'0,"23"7"0,10 9 0,5 3 16,-1 3 0,0 3-1,-3 1-15,-2-3 16,0-3 0,-2-3-16,-4-4 15,-6-4-15,1-11 16,-5-10-1,-4-1-15</inkml:trace>
  <inkml:trace contextRef="#ctx0" brushRef="#br0" timeOffset="214462.03">24741 4800 0,'0'0'0,"0"0"0,0 0 16,0 0-1,0 0-15</inkml:trace>
  <inkml:trace contextRef="#ctx0" brushRef="#br0" timeOffset="-214425.39">24892 4416 0,'-11'14'0,"-8"9"16,-3 8-16,-1 3 16,-5 1-1,1 0-15,1-3 16,2-3 0,1-8-16,3-5 15,2-6 1,3-7-16,2-4 15,2-6 1,-1-2-16,1-7 16,1 0-16,2-1 15,1-3 1,-1-2-16,1-2 16,1 0-1,0 2-15,0 4 16,1 1-16,5 5 15,2 2 17,4 3-32,3 5 0,3 2 15,5 2-15,2 6 16,3 4 0,4 3-16,4 4 15,3 1 1,5 1-16,2 3 15,2-1 1,3-1-16,4 0 16,-9-7-1</inkml:trace>
  <inkml:trace contextRef="#ctx0" brushRef="#br0" timeOffset="-213175.53">27198 4297 0,'0'0'0,"0"0"16,0 0-16,19 14 16,10 9-1,5 4 1,-1 1-16,-1-1 16,-3-2-16,-1-3 15,-1-3 1,-5 1-1,-1-2-15,-5-4 16,-10-3-16,-8-1 16,-2-5-1</inkml:trace>
  <inkml:trace contextRef="#ctx0" brushRef="#br0" timeOffset="-212597.46">27290 4424 0,'-16'-18'0,"-8"-12"0,2 1 16,7 0-1,7 2-15,5-2 16,2-1 0,4-2-1,6-1-15,2-2 16,3 6 0,5 2-16,0 2 15,3 6 1,3 4-16,1 7 15,1 6-15,5 4 16,3 6 0,2 7-1,-2 6-15,0 5 16,-2 1-16,-3 2 16,-1 2-1,-7 2-15,-4 0 16,-6 2-1,-3 5 1,-9 5-16,-6 1 16,-6 1-1,-7 0-15,-2-1 16,-8-6 0,1-11-16,0-8 15,-4-15-15,6-7 16</inkml:trace>
  <inkml:trace contextRef="#ctx0" brushRef="#br0" timeOffset="-210941.4">27961 3897 0,'0'0'0,"0"0"0,0 0 16,0 0-16,0 0 15,0 0 1,0 0-16,-9 21 16,-9 9-1,-7 4 1,-1-4-16,1-4 16,-1-5-16,4-4 15,2-6 1,2-3-16,2-5 15,3-9 1,1-4-16,2-8 16,3-11-1,3-8-15,0-7 16,-4-3 0,5 10-16,4 8 15,2 12 1,6 10-16,3 9 15,8 8 1,7 8-16,6 2 16,-1 5-16,1-1 15,-2 1 1,-3-3 0,0-3-16,0-4 15,0-7-15,-6-8 16,-6-9-1,-5-1-15,-5 3 16</inkml:trace>
  <inkml:trace contextRef="#ctx0" brushRef="#br0" timeOffset="-210753.92">28145 3779 0,'16'23'0,"5"12"16,1-1 0,-2-10-16,-1-9 15,-7-15 1,-3-5 0,-4 0-16</inkml:trace>
  <inkml:trace contextRef="#ctx0" brushRef="#br0" timeOffset="-210457.08">28187 3378 0,'0'0'0,"18"18"0,8 7 16,4 3-1,0 3-15,-4-4 16,-5-3-16,-2-2 16,-6-1-1,-8-7-15,-11-6 16,-3-5-1,2-2-15</inkml:trace>
  <inkml:trace contextRef="#ctx0" brushRef="#br0" timeOffset="-210050.87">28137 3446 0,'-3'-25'0,"3"-16"16,8 2-16,10 3 16,9 1-1,7 3-15,9 4 16,1 4 0,2 9-16,0 9 15,1 12 1,-3 8-16,0 8 15,-5 6-15,-4 3 16,-5 5 0,-9 6-16,-11 1 15,-11 2 1,-14 1-16,-9-3 16,-9-8-1,1-5-15,5-9 16,5-7-1,8-11-15,4-14 16,3-2 0,2-5-16</inkml:trace>
  <inkml:trace contextRef="#ctx0" brushRef="#br0" timeOffset="-209394.69">28665 3097 0,'0'0'0,"-4"-14"16,-3-6-16,6-3 15,4 2 1,4-1-16,4 2 16,2 2-1,2 5-15,-1 8 16,-1 5 0,-3 8-16,-2 8 15,-1 7 1,-6 3-16,-3 5 15,-4 1 1,0 1-16,-1-4 16,-1-4-1,2-4-15,2-4 16,10-6 0,4-5-16,5-9 15,7-3 1,3-1-16,3 4 15,1 6-15,-5 4 16,-2 3 0,-1 2-1,-7 1-15,-5 2 16,-7 5-16,-9 0 16,-9 5-1,-6 0-15,-5-1 16,0-1-16,-2-4 15,6-8 1,6-9-16,8-10 16,7-15-1,2 1 1</inkml:trace>
  <inkml:trace contextRef="#ctx0" brushRef="#br0" timeOffset="-208769.76">29294 2477 0,'-29'10'0,"-5"5"15,7 3-15,12 4 16,11 2-16,9 2 15,8-4 1,5-7-16,5-3 16,3-9-1,4-4-15,0-7 16,1-2 0,-4-4-16,-3-3 15,-2-2 1,-7-6-1,-5-4-15,-4 0 16,-8 0-16,-9 3 16,-8 0-1,-8 6-15,-4 6 16,-2 8 0,-1 7-16,-2 8 15,2 5 1,2 4-16,5 4 15,5 3 1,4-1-16,7-2 16,5-5-16,9-11 15,7-9 1,-1-4-16</inkml:trace>
  <inkml:trace contextRef="#ctx0" brushRef="#br0" timeOffset="-208238.57">29470 2246 0,'0'0'0,"24"9"16,13 7-16,-1 4 15,-3-2 1,-6-4-16,-6-4 16,-7-2-1,-6-3 1,0-3-16,-8-2 16,0 0-16,3-7 15,-2-9-15,1-7 16,0-6-1,-2-4 1,3-2-16,2-1 16,3 4-1,5 4-15,3 7 16,3 4-16,0 8 16,2 6-1,2 5-15,-1 4 16,-2 7-1,2 2-15,1 4 16,-1 2 0,1 0-16,2 1 15,-1-1 1,-2 0-16,2-4 16,-2-7-1,-6-5-15</inkml:trace>
  <inkml:trace contextRef="#ctx0" brushRef="#br0" timeOffset="-207488.65">27818 5020 0,'0'0'0,"0"0"0,21 16 0,10 7 16,1 2-1,0 0-15,-2-2 16,-3-2 0,-3-1-16,-8-1 15,-5-1 1,-7-5-16,-11-9 16,-1-3-1,1-1-15</inkml:trace>
  <inkml:trace contextRef="#ctx0" brushRef="#br0" timeOffset="-207098.07">27861 5122 0,'-15'-21'0,"-3"-12"0,6-6 16,11 1-1,12 3-15,4 2 16,10 3-1,4 6-15,8 3 16,2 7-16,4 8 16,0 6-1,1 7-15,1 8 16,-1 4 0,-7 5-16,-7 9 31,-10 3-31,-8 3 15,-10 5-15,-12 3 16,-8 6 0,-10-3-16,-7-6 15,-2-6 1,1-12-16,2-9 16,4-14-1,2-15-15,4-10 16,4-1-1</inkml:trace>
  <inkml:trace contextRef="#ctx0" brushRef="#br0" timeOffset="-206863.72">28254 4833 0,'0'0'0,"21"9"15,11 4-15,5 1 16,4-2 0,-6-5-16,-8-7 15,-8-3-15</inkml:trace>
  <inkml:trace contextRef="#ctx0" brushRef="#br0" timeOffset="-206613.75">28581 4620 0,'9'23'0,"9"10"0,1 1 15,-1-3-15,1-7 16,-4-9 0,-5-9-16,-4-3 15</inkml:trace>
  <inkml:trace contextRef="#ctx0" brushRef="#br0" timeOffset="-206301.28">28665 4280 0,'0'0'0,"0"0"15,22 12 1,14 6-16,1 6 16,-3-1-1,-4-2-15,-6-1 16,-7-3-1,-4-4-15,-13-13 16,-3 3-16,-7-3 16</inkml:trace>
  <inkml:trace contextRef="#ctx0" brushRef="#br0" timeOffset="-205941.95">28623 4271 0,'0'0'0,"9"-21"16,6-9-1,12-3 1,9-1-16,4 6 16,4 6-16,0 8 15,-2 7 1,-1 7-16,-2 10 15,2 7 1,-6 6-16,-2 6 16,-9 3-16,-7 3 15,-9 2 1,-11 2-16,-10-2 16,-7 1-16,-6-1 15,-5-3 1,-3-4-1,-3-11-15,2-13 16,0-13-16,9-5 16</inkml:trace>
  <inkml:trace contextRef="#ctx0" brushRef="#br0" timeOffset="-205426.38">29117 4042 0,'0'0'0,"0"0"0,0 0 0,0 0 15,0 0-15,-4-17 16,1-7 0,6-2-1,2 5-15,4 7 0,1 8 16,3 4 0,-1 9-16,-1 8 15,0 6 1,-2 6-16,-1 5 15,-3 1 1,-2 2-16,-2-6 16,2-5-1,0-9-15,4-8 16,2-9 0,5-7-16,5-9 15,5-7 1,2-5-16,2-1 15,4-1-15,-2-3 16,-5 5 0,-11 9-16</inkml:trace>
  <inkml:trace contextRef="#ctx0" brushRef="#br0" timeOffset="-204926.43">29688 3430 0,'0'0'0,"4"23"0,4 13 16,7-4-16,1-4 16,6-9-1,2-10-15,4-12 16,-3-9-1,-1-8-15,-1-4 16,-3-1-16,-4-4 16,-2-3-1,-9-6-15,-7 0 16,-10 2 0,-7 3-16,-9 9 15,0 7 1,0 10-16,-1 7 15,3 9 1,0 6-16,0-6 16,6-5-1</inkml:trace>
  <inkml:trace contextRef="#ctx0" brushRef="#br0" timeOffset="-204301.5">29898 3149 0,'22'-14'0,"12"-9"0,-1-1 16,-2-2-1,-3 0-15,-8 0 16,-5-4-16,-7-2 16,-5 1-1,-4-4-15,-3 1 16,-5-2-16,-7 4 16,0 1-1,-7 6-15,-2 4 16,-2 5-1,-2 10 1,1 7-16,2 5 16,5 8-16,4 1 15,7 1 1,7 6-16,6 1 16,8 5-16,8 4 15,4 1 1,5 3-16,6 6 31,3 5-31,6-4 0,0-2 16,-3-2-1,-3-5-15,-1-5 16,-4-1 0,-1-7-16,-3-3 15,-5-5 1,-2-11-16,-6-9 15,-3-5-15,-3-5 16,-3 4 0,-2 4-16</inkml:trace>
  <inkml:trace contextRef="#ctx0" brushRef="#br0" timeOffset="-204145.27">30350 3141 0,'-16'13'0,"-10"8"0,0 6 15,4-1 1,4-4-16,6-10 16,1-11-1,4-4-15</inkml:trace>
  <inkml:trace contextRef="#ctx0" brushRef="#br0" timeOffset="-203489.09">30250 2884 0,'0'0'0,"0"0"0,18-9 16,7-3-1,-2-4-15,3 0 16,-4-1-16,-1-5 16,1-4-1,-2-3 1,-5-2-16,-1-1 16,-7-3-1,-8 1-15,-8-1 16,-7-1-1,-4 7-15,-4 4 16,-2 5 0,-1 8-16,0 6 15,2 6-15,6 10 16,5 8 0,9 8-16,8 5 15,8 5 1,6 2-16,9 2 15,3-3-15,2-1 16,7 0 0,2 2-1,2-1-15,-3-2 16,-1-3-16,-1 0 16,-3-3 15,-6-1-31,-5-3 0,-4-7 15,-5-5-15,-3-2 16,-2-3 0,-9-8-16,0 0 15,0 0 1,0 0-16,1-5 16,-8-9-1,-4-8-15,1 3 16</inkml:trace>
  <inkml:trace contextRef="#ctx0" brushRef="#br0" timeOffset="-203254.75">30677 2825 0,'0'0'0,"0"0"0,0 0 15,-15 23 1,-11 13-16,-6 10 16,0 1-1,-1-4-15,4-2 16,3-16 0,6-11-16</inkml:trace>
  <inkml:trace contextRef="#ctx0" brushRef="#br0" timeOffset="15691.56">18084 8534 0,'0'0'0,"0"0"0,0 0 16,12-9-1,5-1-15,4 1 16,-1 2-16,1 1 31,5 0-31,1 4 16,3 0-16,2 2 15,2-2 1,3-1-16,1 0 16,5-1-1,-1 1-15,6 0 16,1-1-16,4 1 16,2-1-1,1 4 1,3-4-16,-3 1 15,2 0 1,1-2-16,0 1 16,-3 0-1,-3 2-15,-5-2 16,-6 3 0,-4 1-16,-4 0 15,-8 0 1,-7 0-16,-5 0 15,-6 0 1,-8 0-16,0 0 16,3-3-16,-4-1 15,-3-2 1,-3 2-16,-5-1 16,-3-1-1,-2 2-15,-2 0 16,-1-3-1,-1 2-15,2-1 16,0 1 0,1 2-16,0 1 15,3-1 1,0 0-16,6 1 16,9 2-16,0 0 15,0 0-15,0 0 16,-3 4-1,8 4-15,4 1 16,5 0 0,1 4-16,3-1 15,1 1 1,4-1-16,-2-1 16,0 0-1,0 0-15,0 0 16,-3 1-1,0 0-15,-5-1 16,-3-1 0,-10-10-16,6 10 15,-3-2-15,-5 0 16,-6-2 0,-7-1-16,-5 4 15,-3 5 1,-6 8-16,1 6 15,0 3 1,6-4-16,9-9 16</inkml:trace>
  <inkml:trace contextRef="#ctx0" brushRef="#br0" timeOffset="17628.84">17858 8364 0,'-19'-12'0,"-11"-7"0,1-1 16,0 0-16,-4 0 15,0 0 1,-3-1-1,-1-6-15,-4-3 16,-4 0 0,-2-2-16,-4-3 15,-2-7 1,-2-3-16,1-1 16,-1-3-1,3-2-15,2 1 16,4 0-1,8 5-15,0 2 16,6 7 0,3 5-16,2 5 15,7 4 1,3 5-16,2 7 16,7 0-1,1 3-15,7 7 16,0 0-1,0 0-15,0 3 16,3 3 0,2 4-16,2 1 15,0 3 1,-2 1-16,0 4 16,-4 0-1,-1 2-15,-1 0 16,-1-2-1,-3 0-15,-1-4 16,1-1 0,-1-4-16,0-4 15,-3-2-15,0-1 16,1-5 0,-2 1-16,0-5 15,0-1 1,0-3-16,4-3 15,2-3 1,1-3-16,2-1 16,3-2-1,0-1-15,3 4 16,2 2 0,2 1-16,0 3 15,0 5 1,3 3-16,2 3 15,1 3 1,3 1-16,1 1 16,3-3-1,2 0-15,6 1 16,2 5 0,4 0-16,1 1 15,-5-1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8D679-1ABD-6F4D-82E4-25CDF4C32E0A}" type="datetimeFigureOut">
              <a:rPr lang="en-US" smtClean="0"/>
              <a:t>8/13/2025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605C71-A1AC-2F4C-8BD6-D25E4E789F16}" type="slidenum">
              <a:rPr lang="en-US" smtClean="0"/>
              <a:t>‹#›</a:t>
            </a:fld>
            <a:endParaRPr lang="en-US"/>
          </a:p>
        </p:txBody>
      </p:sp>
    </p:spTree>
    <p:extLst>
      <p:ext uri="{BB962C8B-B14F-4D97-AF65-F5344CB8AC3E}">
        <p14:creationId xmlns:p14="http://schemas.microsoft.com/office/powerpoint/2010/main" val="2909605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2653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26405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87311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8" name="Google Shape;64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6411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5" name="Google Shape;655;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388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4" name="Google Shape;664;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2886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621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9" name="Google Shape;689;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77098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8" name="Google Shape;698;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6433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3"/>
        <p:cNvGrpSpPr/>
        <p:nvPr/>
      </p:nvGrpSpPr>
      <p:grpSpPr>
        <a:xfrm>
          <a:off x="0" y="0"/>
          <a:ext cx="0" cy="0"/>
          <a:chOff x="0" y="0"/>
          <a:chExt cx="0" cy="0"/>
        </a:xfrm>
      </p:grpSpPr>
      <p:sp>
        <p:nvSpPr>
          <p:cNvPr id="704" name="Google Shape;704;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5" name="Google Shape;705;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8182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22966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02724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3" name="Google Shape;673;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523530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54554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9158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1" name="Google Shape;68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52783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6A827-2A25-AF46-B2B3-8F378CDD328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478B8D2-9598-A94A-8787-1011C96998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C0CC2EE-DC30-9846-BC2A-52E82AA3D061}"/>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8DF82625-FD4A-C547-B7A3-AB529ACB8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FFE48F-F095-7B41-BB39-B1A83934419E}"/>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3557697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0A78-AD6F-F547-9CA8-DA6A3D5D728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70455FC-14F2-6E44-B611-1C85375502E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12FA113-142E-B94E-B774-A6F7048B390F}"/>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98628AF2-72C4-ED4E-A6BE-CC5DD8F097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891059-2799-224A-BB03-4A15CAF44108}"/>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1751371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03E5D-7F9F-E648-8260-B22CD5BD16C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EF10B34-B3E7-2442-8C41-561A5A66A8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B52CE86-6F61-B842-9968-438F36FB6856}"/>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147A37CC-FA8A-A54B-9C4A-6295830895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9B04B2-0642-B246-8613-47DD01B65ED2}"/>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2550778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11F89-C5DD-B54D-B977-326497B72D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C4E5B8E-EEF5-6B4A-A2D5-698785718C5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ADEF1A8-8A58-C24C-A79E-44718BE16AE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BD097BA-CF79-6043-88BB-A548F687FE88}"/>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6" name="Footer Placeholder 5">
            <a:extLst>
              <a:ext uri="{FF2B5EF4-FFF2-40B4-BE49-F238E27FC236}">
                <a16:creationId xmlns:a16="http://schemas.microsoft.com/office/drawing/2014/main" id="{98A105AE-F8B8-A542-B51E-605EAEDE10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559CEA-7F55-014D-9BAA-F521EC9BBE47}"/>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1016092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C3B5A-07B8-1C4E-BF41-9ED3E203F03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15373BD-C2B4-EC47-A014-AD8DC70720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2D3F1A7-5C8D-8F49-87A9-1D7246E694F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98A1B6A-36BB-A046-B2D3-F653569FF1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6257F1C-7C3F-5744-A119-5ABBD188CAA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3A25FB4-D67D-F940-88CD-731B1E2755AD}"/>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8" name="Footer Placeholder 7">
            <a:extLst>
              <a:ext uri="{FF2B5EF4-FFF2-40B4-BE49-F238E27FC236}">
                <a16:creationId xmlns:a16="http://schemas.microsoft.com/office/drawing/2014/main" id="{8B96A8E9-29A5-094C-96BC-8BCC7DC021E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C06C65-79DF-ED4C-AB32-FDCB6BDA2E47}"/>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895531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BABAE-02AA-AC49-823F-AC7FF655765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8A4F324-75DE-B54C-8366-83EF6F7FE548}"/>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4" name="Footer Placeholder 3">
            <a:extLst>
              <a:ext uri="{FF2B5EF4-FFF2-40B4-BE49-F238E27FC236}">
                <a16:creationId xmlns:a16="http://schemas.microsoft.com/office/drawing/2014/main" id="{99053C5B-E8F8-E240-8D47-DA3C3C68E1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B59FC3-C66D-614F-B7C9-769BA15385F3}"/>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2535430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086039-DA89-2D4E-AE84-F6270230A1A5}"/>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3" name="Footer Placeholder 2">
            <a:extLst>
              <a:ext uri="{FF2B5EF4-FFF2-40B4-BE49-F238E27FC236}">
                <a16:creationId xmlns:a16="http://schemas.microsoft.com/office/drawing/2014/main" id="{E4D553EE-B819-4447-B207-81A86CB605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8A2745B-560C-164C-B3A1-5E5823E42896}"/>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2331885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B4B89-EC36-C644-AA85-11F1B0E87AD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65E2431-4E6F-AA43-91DE-20092717CF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F364665-72A3-B944-9055-2A816A593F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50EC5B3-E9CA-F641-A0E4-8BB498EAA60D}"/>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6" name="Footer Placeholder 5">
            <a:extLst>
              <a:ext uri="{FF2B5EF4-FFF2-40B4-BE49-F238E27FC236}">
                <a16:creationId xmlns:a16="http://schemas.microsoft.com/office/drawing/2014/main" id="{63CED61A-EF4A-B547-A9A5-AC0026E531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0B211E-DEC2-6144-9B7E-8C56C325A66C}"/>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6472651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7FBA9-6AF0-9643-ADDD-8B7198BA76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9917EE0-CFD4-B340-85B6-4030D88B00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C16449-06E9-6845-BA6B-0439EC18B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4887029-B1F9-3145-8015-84861DE8E0D5}"/>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6" name="Footer Placeholder 5">
            <a:extLst>
              <a:ext uri="{FF2B5EF4-FFF2-40B4-BE49-F238E27FC236}">
                <a16:creationId xmlns:a16="http://schemas.microsoft.com/office/drawing/2014/main" id="{DE37FB2F-BD79-4F4F-94D9-E5FB202778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13916-3D9D-D846-A6EF-62496852C5CB}"/>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441960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5DBDF-036D-2744-AA7A-1B59D6835DF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1F6E47B-596B-A741-93C2-FC13CF0CCD5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E1E309A-8890-1342-BF6C-D6770914A1EB}"/>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563DF598-2DEA-C545-8B6A-5A63FE3268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9E0D9A-22A9-1B43-B838-3DA1800749E2}"/>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1555551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B9F8B6-60F2-404C-AD96-A605CCF329BD}"/>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BA61834-D2F8-784A-89B2-AFEAC5D50CC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95E7C8-9307-7747-80EE-8CBE09B1FE8D}"/>
              </a:ext>
            </a:extLst>
          </p:cNvPr>
          <p:cNvSpPr>
            <a:spLocks noGrp="1"/>
          </p:cNvSpPr>
          <p:nvPr>
            <p:ph type="dt" sz="half" idx="10"/>
          </p:nvPr>
        </p:nvSpPr>
        <p:spPr/>
        <p:txBody>
          <a:body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CB64B997-54B4-BA4B-B834-0C10AF868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486D2-E667-5A4B-8123-A467340E0CDC}"/>
              </a:ext>
            </a:extLst>
          </p:cNvPr>
          <p:cNvSpPr>
            <a:spLocks noGrp="1"/>
          </p:cNvSpPr>
          <p:nvPr>
            <p:ph type="sldNum" sz="quarter" idx="12"/>
          </p:nvPr>
        </p:nvSpPr>
        <p:spPr/>
        <p:txBody>
          <a:bodyPr/>
          <a:lstStyle/>
          <a:p>
            <a:fld id="{1C3362B3-3D28-F64A-ABD9-F1BA190E1E80}" type="slidenum">
              <a:rPr lang="en-US" smtClean="0"/>
              <a:t>‹#›</a:t>
            </a:fld>
            <a:endParaRPr lang="en-US"/>
          </a:p>
        </p:txBody>
      </p:sp>
    </p:spTree>
    <p:extLst>
      <p:ext uri="{BB962C8B-B14F-4D97-AF65-F5344CB8AC3E}">
        <p14:creationId xmlns:p14="http://schemas.microsoft.com/office/powerpoint/2010/main" val="2424278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07E9F-093B-F941-A30C-7BE259012E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56444C-C7AB-0449-B205-C92B69E2EE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8C907E1-A1DE-784D-953F-B50D9D9A5A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780ECD-8B82-764A-8271-2884C04F3109}" type="datetimeFigureOut">
              <a:rPr lang="en-US" smtClean="0"/>
              <a:t>8/13/2025</a:t>
            </a:fld>
            <a:endParaRPr lang="en-US"/>
          </a:p>
        </p:txBody>
      </p:sp>
      <p:sp>
        <p:nvSpPr>
          <p:cNvPr id="5" name="Footer Placeholder 4">
            <a:extLst>
              <a:ext uri="{FF2B5EF4-FFF2-40B4-BE49-F238E27FC236}">
                <a16:creationId xmlns:a16="http://schemas.microsoft.com/office/drawing/2014/main" id="{A0E5DAB7-32B0-4F4E-9B48-6055E21319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FF5B1E-A44B-C843-8786-792BCEC38D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3362B3-3D28-F64A-ABD9-F1BA190E1E80}" type="slidenum">
              <a:rPr lang="en-US" smtClean="0"/>
              <a:t>‹#›</a:t>
            </a:fld>
            <a:endParaRPr lang="en-US"/>
          </a:p>
        </p:txBody>
      </p:sp>
    </p:spTree>
    <p:extLst>
      <p:ext uri="{BB962C8B-B14F-4D97-AF65-F5344CB8AC3E}">
        <p14:creationId xmlns:p14="http://schemas.microsoft.com/office/powerpoint/2010/main" val="10114858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customXml" Target="../ink/ink5.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customXml" Target="../ink/ink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hristotrifonov.files.wordpress.com/2012/10/electronic-devices-9th-edition-by-floyd.pdf"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D81EE3-1A6D-1E49-9813-17048A64166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16373" y="0"/>
            <a:ext cx="2401713" cy="2022231"/>
          </a:xfrm>
          <a:prstGeom prst="rect">
            <a:avLst/>
          </a:prstGeom>
        </p:spPr>
      </p:pic>
      <p:sp>
        <p:nvSpPr>
          <p:cNvPr id="3" name="Rectangle 2">
            <a:extLst>
              <a:ext uri="{FF2B5EF4-FFF2-40B4-BE49-F238E27FC236}">
                <a16:creationId xmlns:a16="http://schemas.microsoft.com/office/drawing/2014/main" id="{D4779D00-6C1C-B346-B424-9442FB22B69B}"/>
              </a:ext>
            </a:extLst>
          </p:cNvPr>
          <p:cNvSpPr/>
          <p:nvPr/>
        </p:nvSpPr>
        <p:spPr>
          <a:xfrm>
            <a:off x="173914" y="77348"/>
            <a:ext cx="4886274" cy="1569660"/>
          </a:xfrm>
          <a:prstGeom prst="rect">
            <a:avLst/>
          </a:prstGeom>
        </p:spPr>
        <p:txBody>
          <a:bodyPr wrap="none">
            <a:spAutoFit/>
          </a:bodyPr>
          <a:lstStyle/>
          <a:p>
            <a:r>
              <a:rPr lang="en-US" sz="2400" b="1" kern="0" dirty="0" err="1">
                <a:solidFill>
                  <a:prstClr val="black"/>
                </a:solidFill>
                <a:latin typeface="Times New Roman" panose="02020603050405020304" pitchFamily="18" charset="0"/>
                <a:cs typeface="Times New Roman" panose="02020603050405020304" pitchFamily="18" charset="0"/>
              </a:rPr>
              <a:t>Tishk</a:t>
            </a:r>
            <a:r>
              <a:rPr lang="en-US" sz="2400" b="1" kern="0" dirty="0">
                <a:solidFill>
                  <a:prstClr val="black"/>
                </a:solidFill>
                <a:latin typeface="Times New Roman" panose="02020603050405020304" pitchFamily="18" charset="0"/>
                <a:cs typeface="Times New Roman" panose="02020603050405020304" pitchFamily="18" charset="0"/>
              </a:rPr>
              <a:t> International University</a:t>
            </a:r>
          </a:p>
          <a:p>
            <a:r>
              <a:rPr lang="en-US" sz="2400" b="1" kern="0" dirty="0">
                <a:solidFill>
                  <a:prstClr val="black"/>
                </a:solidFill>
                <a:latin typeface="Times New Roman" panose="02020603050405020304" pitchFamily="18" charset="0"/>
                <a:cs typeface="Times New Roman" panose="02020603050405020304" pitchFamily="18" charset="0"/>
              </a:rPr>
              <a:t>Computer Engineering Department</a:t>
            </a:r>
          </a:p>
          <a:p>
            <a:r>
              <a:rPr lang="en-US" sz="2400" b="1" kern="0" dirty="0">
                <a:solidFill>
                  <a:prstClr val="black"/>
                </a:solidFill>
                <a:latin typeface="Times New Roman" panose="02020603050405020304" pitchFamily="18" charset="0"/>
                <a:cs typeface="Times New Roman" panose="02020603050405020304" pitchFamily="18" charset="0"/>
              </a:rPr>
              <a:t>Electronics – CMPE 248/A</a:t>
            </a:r>
          </a:p>
          <a:p>
            <a:r>
              <a:rPr lang="en-US" sz="2400" b="1" kern="0" dirty="0">
                <a:solidFill>
                  <a:prstClr val="black"/>
                </a:solidFill>
                <a:latin typeface="Times New Roman" panose="02020603050405020304" pitchFamily="18" charset="0"/>
                <a:cs typeface="Times New Roman" panose="02020603050405020304" pitchFamily="18" charset="0"/>
              </a:rPr>
              <a:t>Lecture 2</a:t>
            </a:r>
          </a:p>
        </p:txBody>
      </p:sp>
      <p:sp>
        <p:nvSpPr>
          <p:cNvPr id="4" name="Rectangle 3">
            <a:extLst>
              <a:ext uri="{FF2B5EF4-FFF2-40B4-BE49-F238E27FC236}">
                <a16:creationId xmlns:a16="http://schemas.microsoft.com/office/drawing/2014/main" id="{86981CF3-B21A-A74A-8172-AC99243FDB64}"/>
              </a:ext>
            </a:extLst>
          </p:cNvPr>
          <p:cNvSpPr/>
          <p:nvPr/>
        </p:nvSpPr>
        <p:spPr>
          <a:xfrm>
            <a:off x="3954756" y="3044279"/>
            <a:ext cx="4365299" cy="769441"/>
          </a:xfrm>
          <a:prstGeom prst="rect">
            <a:avLst/>
          </a:prstGeom>
        </p:spPr>
        <p:txBody>
          <a:bodyPr wrap="none">
            <a:spAutoFit/>
          </a:bodyPr>
          <a:lstStyle/>
          <a:p>
            <a:pPr algn="ctr"/>
            <a:r>
              <a:rPr lang="en-US" sz="4400" b="1" kern="0" dirty="0">
                <a:solidFill>
                  <a:prstClr val="black"/>
                </a:solidFill>
                <a:latin typeface="Times New Roman" panose="02020603050405020304" pitchFamily="18" charset="0"/>
                <a:cs typeface="Times New Roman" panose="02020603050405020304" pitchFamily="18" charset="0"/>
              </a:rPr>
              <a:t>Rectifier Circuits</a:t>
            </a:r>
          </a:p>
        </p:txBody>
      </p:sp>
      <p:sp>
        <p:nvSpPr>
          <p:cNvPr id="5" name="Rectangle 4">
            <a:extLst>
              <a:ext uri="{FF2B5EF4-FFF2-40B4-BE49-F238E27FC236}">
                <a16:creationId xmlns:a16="http://schemas.microsoft.com/office/drawing/2014/main" id="{DE0F41C8-2B81-324B-A9E3-9E0D4CA82A39}"/>
              </a:ext>
            </a:extLst>
          </p:cNvPr>
          <p:cNvSpPr/>
          <p:nvPr/>
        </p:nvSpPr>
        <p:spPr>
          <a:xfrm>
            <a:off x="4129484" y="5445649"/>
            <a:ext cx="2618024" cy="523220"/>
          </a:xfrm>
          <a:prstGeom prst="rect">
            <a:avLst/>
          </a:prstGeom>
        </p:spPr>
        <p:txBody>
          <a:bodyPr wrap="none">
            <a:spAutoFit/>
          </a:bodyPr>
          <a:lstStyle/>
          <a:p>
            <a:r>
              <a:rPr lang="en-US" sz="2800" kern="0" dirty="0">
                <a:solidFill>
                  <a:prstClr val="black"/>
                </a:solidFill>
                <a:latin typeface="Times New Roman" panose="02020603050405020304" pitchFamily="18" charset="0"/>
                <a:cs typeface="Times New Roman" panose="02020603050405020304" pitchFamily="18" charset="0"/>
              </a:rPr>
              <a:t>Mr. Qusay H Ali</a:t>
            </a:r>
          </a:p>
        </p:txBody>
      </p:sp>
    </p:spTree>
    <p:extLst>
      <p:ext uri="{BB962C8B-B14F-4D97-AF65-F5344CB8AC3E}">
        <p14:creationId xmlns:p14="http://schemas.microsoft.com/office/powerpoint/2010/main" val="341116374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9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626" name="Google Shape;626;p9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Full Wave Rectifier</a:t>
            </a:r>
            <a:endParaRPr/>
          </a:p>
        </p:txBody>
      </p:sp>
      <p:sp>
        <p:nvSpPr>
          <p:cNvPr id="627" name="Google Shape;627;p9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dirty="0">
                <a:latin typeface="Times New Roman"/>
                <a:ea typeface="Times New Roman"/>
                <a:cs typeface="Times New Roman"/>
                <a:sym typeface="Times New Roman"/>
              </a:rPr>
              <a:t>The full-wave rectifier is the most commonly used type in dc power supplies, there is two types of full-wave rectifiers: </a:t>
            </a:r>
            <a:r>
              <a:rPr lang="en-US" sz="2000" b="1" dirty="0">
                <a:latin typeface="Times New Roman"/>
                <a:ea typeface="Times New Roman"/>
                <a:cs typeface="Times New Roman"/>
                <a:sym typeface="Times New Roman"/>
              </a:rPr>
              <a:t>center-tapped </a:t>
            </a:r>
            <a:r>
              <a:rPr lang="en-US" sz="2000" dirty="0">
                <a:latin typeface="Times New Roman"/>
                <a:ea typeface="Times New Roman"/>
                <a:cs typeface="Times New Roman"/>
                <a:sym typeface="Times New Roman"/>
              </a:rPr>
              <a:t>and </a:t>
            </a:r>
            <a:r>
              <a:rPr lang="en-US" sz="2000" b="1" dirty="0">
                <a:latin typeface="Times New Roman"/>
                <a:ea typeface="Times New Roman"/>
                <a:cs typeface="Times New Roman"/>
                <a:sym typeface="Times New Roman"/>
              </a:rPr>
              <a:t>bridge</a:t>
            </a:r>
            <a:r>
              <a:rPr lang="en-US" sz="2000" dirty="0">
                <a:latin typeface="Times New Roman"/>
                <a:ea typeface="Times New Roman"/>
                <a:cs typeface="Times New Roman"/>
                <a:sym typeface="Times New Roman"/>
              </a:rPr>
              <a:t>.</a:t>
            </a:r>
            <a:endParaRPr dirty="0"/>
          </a:p>
          <a:p>
            <a:pPr marL="342900" lvl="0" indent="-342900" algn="just" rtl="0">
              <a:lnSpc>
                <a:spcPct val="150000"/>
              </a:lnSpc>
              <a:spcBef>
                <a:spcPts val="1000"/>
              </a:spcBef>
              <a:spcAft>
                <a:spcPts val="0"/>
              </a:spcAft>
              <a:buClr>
                <a:schemeClr val="dk1"/>
              </a:buClr>
              <a:buSzPts val="2000"/>
              <a:buChar char="•"/>
            </a:pPr>
            <a:r>
              <a:rPr lang="en-US" sz="2000" dirty="0">
                <a:latin typeface="Times New Roman"/>
                <a:ea typeface="Times New Roman"/>
                <a:cs typeface="Times New Roman"/>
                <a:sym typeface="Times New Roman"/>
              </a:rPr>
              <a:t>A full-wave rectifier allows unidirectional (one-way) current through the load during the entire of the input cycle, whereas a half-wave rectifier allows current through the load only during one-half of the cycle. The result of full-wave rectification is an output voltage with a frequency twice the input frequency and that pulsates every half-cycle of the input, as shown in Figure 7.</a:t>
            </a:r>
            <a:endParaRPr dirty="0"/>
          </a:p>
          <a:p>
            <a:pPr marL="457200" lvl="0" indent="-279400" algn="l" rtl="0">
              <a:lnSpc>
                <a:spcPct val="90000"/>
              </a:lnSpc>
              <a:spcBef>
                <a:spcPts val="1000"/>
              </a:spcBef>
              <a:spcAft>
                <a:spcPts val="0"/>
              </a:spcAft>
              <a:buClr>
                <a:schemeClr val="dk1"/>
              </a:buClr>
              <a:buSzPts val="2800"/>
              <a:buNone/>
            </a:pPr>
            <a:endParaRPr dirty="0">
              <a:latin typeface="Calibri"/>
              <a:ea typeface="Calibri"/>
              <a:cs typeface="Calibri"/>
              <a:sym typeface="Calibri"/>
            </a:endParaRPr>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pic>
        <p:nvPicPr>
          <p:cNvPr id="628" name="Google Shape;628;p90" descr="A picture containing clock, object&#10;&#10;Description generated with high confidence"/>
          <p:cNvPicPr preferRelativeResize="0"/>
          <p:nvPr/>
        </p:nvPicPr>
        <p:blipFill rotWithShape="1">
          <a:blip r:embed="rId3">
            <a:alphaModFix/>
          </a:blip>
          <a:srcRect/>
          <a:stretch/>
        </p:blipFill>
        <p:spPr>
          <a:xfrm>
            <a:off x="4666892" y="4843841"/>
            <a:ext cx="6711350" cy="1325371"/>
          </a:xfrm>
          <a:prstGeom prst="rect">
            <a:avLst/>
          </a:prstGeom>
          <a:noFill/>
          <a:ln>
            <a:noFill/>
          </a:ln>
        </p:spPr>
      </p:pic>
      <p:sp>
        <p:nvSpPr>
          <p:cNvPr id="629" name="Google Shape;629;p90"/>
          <p:cNvSpPr txBox="1"/>
          <p:nvPr/>
        </p:nvSpPr>
        <p:spPr>
          <a:xfrm>
            <a:off x="6650967" y="6284343"/>
            <a:ext cx="2743200"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Fig.7: Full Wave Rectifier</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827775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635" name="Google Shape;635;p9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Full Wave Rectifier</a:t>
            </a:r>
            <a:endParaRPr/>
          </a:p>
        </p:txBody>
      </p:sp>
      <p:sp>
        <p:nvSpPr>
          <p:cNvPr id="636" name="Google Shape;636;p9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400"/>
              <a:buChar char="•"/>
            </a:pPr>
            <a:r>
              <a:rPr lang="en-US" sz="2400" dirty="0">
                <a:latin typeface="Times New Roman"/>
                <a:ea typeface="Times New Roman"/>
                <a:cs typeface="Times New Roman"/>
                <a:sym typeface="Times New Roman"/>
              </a:rPr>
              <a:t>The number of positive alternations that make up the full-wave rectified voltage is twice that of the half-wave voltage for the same time interval. The average value, which is the value measured on a dc voltmeter, for a full-wave rectified sinusoidal voltage is twice that of the half-wave, as shown in the following formula: </a:t>
            </a:r>
            <a:r>
              <a:rPr lang="en-US" sz="2400" b="1" dirty="0">
                <a:solidFill>
                  <a:srgbClr val="C00000"/>
                </a:solidFill>
                <a:latin typeface="Times New Roman"/>
                <a:ea typeface="Times New Roman"/>
                <a:cs typeface="Times New Roman"/>
                <a:sym typeface="Times New Roman"/>
              </a:rPr>
              <a:t>VAVG = 2Vp /</a:t>
            </a:r>
            <a:r>
              <a:rPr lang="en-US" b="1" dirty="0">
                <a:solidFill>
                  <a:srgbClr val="C00000"/>
                </a:solidFill>
                <a:latin typeface="Times New Roman"/>
                <a:ea typeface="Times New Roman"/>
                <a:cs typeface="Times New Roman"/>
                <a:sym typeface="Times New Roman"/>
              </a:rPr>
              <a:t>π</a:t>
            </a:r>
            <a:endParaRPr b="1" dirty="0">
              <a:solidFill>
                <a:srgbClr val="C00000"/>
              </a:solidFill>
            </a:endParaRPr>
          </a:p>
          <a:p>
            <a:pPr marL="342900" lvl="0" indent="-165100" algn="just" rtl="0">
              <a:lnSpc>
                <a:spcPct val="15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spTree>
    <p:extLst>
      <p:ext uri="{BB962C8B-B14F-4D97-AF65-F5344CB8AC3E}">
        <p14:creationId xmlns:p14="http://schemas.microsoft.com/office/powerpoint/2010/main" val="714710808"/>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9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
        <p:nvSpPr>
          <p:cNvPr id="642" name="Google Shape;642;p9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Center-Tapped Full Wave Rectifier</a:t>
            </a:r>
            <a:endParaRPr/>
          </a:p>
        </p:txBody>
      </p:sp>
      <p:sp>
        <p:nvSpPr>
          <p:cNvPr id="643" name="Google Shape;643;p92"/>
          <p:cNvSpPr txBox="1">
            <a:spLocks noGrp="1"/>
          </p:cNvSpPr>
          <p:nvPr>
            <p:ph type="body" idx="1"/>
          </p:nvPr>
        </p:nvSpPr>
        <p:spPr>
          <a:xfrm>
            <a:off x="838200" y="1825625"/>
            <a:ext cx="5382884" cy="435133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a:latin typeface="Times New Roman"/>
                <a:ea typeface="Times New Roman"/>
                <a:cs typeface="Times New Roman"/>
                <a:sym typeface="Times New Roman"/>
              </a:rPr>
              <a:t>A center-tapped rectifier is a type of full-wave rectifier that uses two diodes connected to the secondary of a center-tapped transformer, as shown in Figure (8). The input voltage is coupled through the transformer to the center-tapped secondary. Half of the total secondary voltage appears between the center tap and each end of the secondary winding.</a:t>
            </a:r>
            <a:endParaRPr>
              <a:latin typeface="Times New Roman"/>
              <a:ea typeface="Times New Roman"/>
              <a:cs typeface="Times New Roman"/>
              <a:sym typeface="Times New Roman"/>
            </a:endParaRPr>
          </a:p>
          <a:p>
            <a:pPr marL="342900" lvl="0" indent="-165100" algn="just" rtl="0">
              <a:lnSpc>
                <a:spcPct val="90000"/>
              </a:lnSpc>
              <a:spcBef>
                <a:spcPts val="1000"/>
              </a:spcBef>
              <a:spcAft>
                <a:spcPts val="0"/>
              </a:spcAft>
              <a:buClr>
                <a:schemeClr val="dk1"/>
              </a:buClr>
              <a:buSzPts val="2800"/>
              <a:buNone/>
            </a:pPr>
            <a:endParaRPr/>
          </a:p>
          <a:p>
            <a:pPr marL="342900" lvl="0" indent="-165100" algn="just" rtl="0">
              <a:lnSpc>
                <a:spcPct val="15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644" name="Google Shape;644;p92" descr="A close up of text on a white background&#10;&#10;Description generated with very high confidence"/>
          <p:cNvPicPr preferRelativeResize="0"/>
          <p:nvPr/>
        </p:nvPicPr>
        <p:blipFill rotWithShape="1">
          <a:blip r:embed="rId3">
            <a:alphaModFix/>
          </a:blip>
          <a:srcRect/>
          <a:stretch/>
        </p:blipFill>
        <p:spPr>
          <a:xfrm>
            <a:off x="6234022" y="1918660"/>
            <a:ext cx="6323162" cy="3293851"/>
          </a:xfrm>
          <a:prstGeom prst="rect">
            <a:avLst/>
          </a:prstGeom>
          <a:noFill/>
          <a:ln>
            <a:noFill/>
          </a:ln>
        </p:spPr>
      </p:pic>
      <p:sp>
        <p:nvSpPr>
          <p:cNvPr id="645" name="Google Shape;645;p92"/>
          <p:cNvSpPr txBox="1"/>
          <p:nvPr/>
        </p:nvSpPr>
        <p:spPr>
          <a:xfrm>
            <a:off x="8016815" y="5364192"/>
            <a:ext cx="27432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Arial"/>
                <a:ea typeface="Arial"/>
                <a:cs typeface="Arial"/>
                <a:sym typeface="Arial"/>
              </a:rPr>
              <a:t>Fig. 8: Center-tapped Full Wave Rectifier</a:t>
            </a:r>
            <a:endParaRPr/>
          </a:p>
        </p:txBody>
      </p:sp>
    </p:spTree>
    <p:extLst>
      <p:ext uri="{BB962C8B-B14F-4D97-AF65-F5344CB8AC3E}">
        <p14:creationId xmlns:p14="http://schemas.microsoft.com/office/powerpoint/2010/main" val="2451859516"/>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1000730-6FC4-10A1-0FA2-86C0A546B46F}"/>
                  </a:ext>
                </a:extLst>
              </p14:cNvPr>
              <p14:cNvContentPartPr/>
              <p14:nvPr/>
            </p14:nvContentPartPr>
            <p14:xfrm>
              <a:off x="644040" y="410760"/>
              <a:ext cx="10596600" cy="5622480"/>
            </p14:xfrm>
          </p:contentPart>
        </mc:Choice>
        <mc:Fallback xmlns="">
          <p:pic>
            <p:nvPicPr>
              <p:cNvPr id="4" name="Ink 3">
                <a:extLst>
                  <a:ext uri="{FF2B5EF4-FFF2-40B4-BE49-F238E27FC236}">
                    <a16:creationId xmlns:a16="http://schemas.microsoft.com/office/drawing/2014/main" id="{71000730-6FC4-10A1-0FA2-86C0A546B46F}"/>
                  </a:ext>
                </a:extLst>
              </p:cNvPr>
              <p:cNvPicPr/>
              <p:nvPr/>
            </p:nvPicPr>
            <p:blipFill>
              <a:blip r:embed="rId3"/>
              <a:stretch>
                <a:fillRect/>
              </a:stretch>
            </p:blipFill>
            <p:spPr>
              <a:xfrm>
                <a:off x="634680" y="401400"/>
                <a:ext cx="10615320" cy="5641200"/>
              </a:xfrm>
              <a:prstGeom prst="rect">
                <a:avLst/>
              </a:prstGeom>
            </p:spPr>
          </p:pic>
        </mc:Fallback>
      </mc:AlternateContent>
    </p:spTree>
    <p:extLst>
      <p:ext uri="{BB962C8B-B14F-4D97-AF65-F5344CB8AC3E}">
        <p14:creationId xmlns:p14="http://schemas.microsoft.com/office/powerpoint/2010/main" val="3886317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D78363F-D93B-8375-35ED-73A8F790C2BE}"/>
                  </a:ext>
                </a:extLst>
              </p14:cNvPr>
              <p14:cNvContentPartPr/>
              <p14:nvPr/>
            </p14:nvContentPartPr>
            <p14:xfrm>
              <a:off x="712800" y="471960"/>
              <a:ext cx="10927440" cy="3986280"/>
            </p14:xfrm>
          </p:contentPart>
        </mc:Choice>
        <mc:Fallback xmlns="">
          <p:pic>
            <p:nvPicPr>
              <p:cNvPr id="4" name="Ink 3">
                <a:extLst>
                  <a:ext uri="{FF2B5EF4-FFF2-40B4-BE49-F238E27FC236}">
                    <a16:creationId xmlns:a16="http://schemas.microsoft.com/office/drawing/2014/main" id="{CD78363F-D93B-8375-35ED-73A8F790C2BE}"/>
                  </a:ext>
                </a:extLst>
              </p:cNvPr>
              <p:cNvPicPr/>
              <p:nvPr/>
            </p:nvPicPr>
            <p:blipFill>
              <a:blip r:embed="rId3"/>
              <a:stretch>
                <a:fillRect/>
              </a:stretch>
            </p:blipFill>
            <p:spPr>
              <a:xfrm>
                <a:off x="703440" y="462600"/>
                <a:ext cx="10946160" cy="4005000"/>
              </a:xfrm>
              <a:prstGeom prst="rect">
                <a:avLst/>
              </a:prstGeom>
            </p:spPr>
          </p:pic>
        </mc:Fallback>
      </mc:AlternateContent>
    </p:spTree>
    <p:extLst>
      <p:ext uri="{BB962C8B-B14F-4D97-AF65-F5344CB8AC3E}">
        <p14:creationId xmlns:p14="http://schemas.microsoft.com/office/powerpoint/2010/main" val="314140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9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
        <p:nvSpPr>
          <p:cNvPr id="651" name="Google Shape;651;p9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Center-Tapped Full Wave Rectifier</a:t>
            </a:r>
            <a:endParaRPr/>
          </a:p>
        </p:txBody>
      </p:sp>
      <p:sp>
        <p:nvSpPr>
          <p:cNvPr id="652" name="Google Shape;652;p9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For a positive half-cycle of the input voltage. The D1 will be forward-biased diode and D2 will be reverse-biases. The current path is through D1 and the load resistor RL. </a:t>
            </a:r>
            <a:endParaRPr/>
          </a:p>
          <a:p>
            <a:pPr marL="342900" lvl="0" indent="-3429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For a negative half-cycle of the input voltage. The D1 will be reverse-biases and D2 will be forward-biases. The current path is through D2 and RL.</a:t>
            </a:r>
            <a:endParaRPr/>
          </a:p>
          <a:p>
            <a:pPr marL="342900" lvl="0" indent="-3429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Because the output current during both the positive and negative portions of the input cycle is in the same direction through the load, the output voltage developed across the load resistor is a full-wave rectified dc voltage.</a:t>
            </a:r>
            <a:endParaRPr/>
          </a:p>
          <a:p>
            <a:pPr marL="228600" lvl="0" indent="-228600" algn="just" rtl="0">
              <a:lnSpc>
                <a:spcPct val="90000"/>
              </a:lnSpc>
              <a:spcBef>
                <a:spcPts val="1000"/>
              </a:spcBef>
              <a:spcAft>
                <a:spcPts val="0"/>
              </a:spcAft>
              <a:buClr>
                <a:schemeClr val="dk1"/>
              </a:buClr>
              <a:buSzPts val="2800"/>
              <a:buNone/>
            </a:pPr>
            <a:br>
              <a:rPr lang="en-US"/>
            </a:br>
            <a:endParaRPr/>
          </a:p>
          <a:p>
            <a:pPr marL="342900" lvl="0" indent="-165100" algn="just" rtl="0">
              <a:lnSpc>
                <a:spcPct val="90000"/>
              </a:lnSpc>
              <a:spcBef>
                <a:spcPts val="1000"/>
              </a:spcBef>
              <a:spcAft>
                <a:spcPts val="0"/>
              </a:spcAft>
              <a:buClr>
                <a:schemeClr val="dk1"/>
              </a:buClr>
              <a:buSzPts val="2800"/>
              <a:buNone/>
            </a:pPr>
            <a:endParaRPr/>
          </a:p>
          <a:p>
            <a:pPr marL="342900" lvl="0" indent="-165100" algn="just" rtl="0">
              <a:lnSpc>
                <a:spcPct val="15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spTree>
    <p:extLst>
      <p:ext uri="{BB962C8B-B14F-4D97-AF65-F5344CB8AC3E}">
        <p14:creationId xmlns:p14="http://schemas.microsoft.com/office/powerpoint/2010/main" val="388417060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9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658" name="Google Shape;658;p9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Center-Tapped Full Wave Rectifier</a:t>
            </a:r>
            <a:endParaRPr/>
          </a:p>
        </p:txBody>
      </p:sp>
      <p:sp>
        <p:nvSpPr>
          <p:cNvPr id="659" name="Google Shape;659;p9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The effect of the Turns Ratio on the Output Voltage If the transformer turns ratio is 1, the peak value of the rectified output voltage equals </a:t>
            </a:r>
            <a:r>
              <a:rPr lang="en-US" sz="1800" i="1">
                <a:latin typeface="Times New Roman"/>
                <a:ea typeface="Times New Roman"/>
                <a:cs typeface="Times New Roman"/>
                <a:sym typeface="Times New Roman"/>
              </a:rPr>
              <a:t>half</a:t>
            </a:r>
            <a:r>
              <a:rPr lang="en-US" sz="1800">
                <a:latin typeface="Times New Roman"/>
                <a:ea typeface="Times New Roman"/>
                <a:cs typeface="Times New Roman"/>
                <a:sym typeface="Times New Roman"/>
              </a:rPr>
              <a:t> the peak value of the primary input voltage less the barrier potential, as illustrated in Figure 9. Half of the primary voltage appears across each half of the secondary winding (Vp(sec) = Vp(pri)). We will begin referring to the forward voltage due to the barrier potential as the diode drop.</a:t>
            </a:r>
            <a:endParaRPr/>
          </a:p>
          <a:p>
            <a:pPr marL="0" lvl="0" indent="0" algn="just" rtl="0">
              <a:lnSpc>
                <a:spcPct val="150000"/>
              </a:lnSpc>
              <a:spcBef>
                <a:spcPts val="1000"/>
              </a:spcBef>
              <a:spcAft>
                <a:spcPts val="0"/>
              </a:spcAft>
              <a:buClr>
                <a:schemeClr val="dk1"/>
              </a:buClr>
              <a:buSzPts val="2000"/>
              <a:buNone/>
            </a:pPr>
            <a:endParaRPr sz="2000">
              <a:latin typeface="Arial"/>
              <a:ea typeface="Arial"/>
              <a:cs typeface="Arial"/>
              <a:sym typeface="Arial"/>
            </a:endParaRPr>
          </a:p>
          <a:p>
            <a:pPr marL="342900" lvl="0" indent="-215900" algn="just" rtl="0">
              <a:lnSpc>
                <a:spcPct val="90000"/>
              </a:lnSpc>
              <a:spcBef>
                <a:spcPts val="1000"/>
              </a:spcBef>
              <a:spcAft>
                <a:spcPts val="0"/>
              </a:spcAft>
              <a:buClr>
                <a:schemeClr val="dk1"/>
              </a:buClr>
              <a:buSzPts val="2000"/>
              <a:buNone/>
            </a:pPr>
            <a:endParaRPr sz="2000">
              <a:latin typeface="Arial"/>
              <a:ea typeface="Arial"/>
              <a:cs typeface="Arial"/>
              <a:sym typeface="Arial"/>
            </a:endParaRPr>
          </a:p>
          <a:p>
            <a:pPr marL="342900" lvl="0" indent="-215900" algn="just" rtl="0">
              <a:lnSpc>
                <a:spcPct val="150000"/>
              </a:lnSpc>
              <a:spcBef>
                <a:spcPts val="1000"/>
              </a:spcBef>
              <a:spcAft>
                <a:spcPts val="0"/>
              </a:spcAft>
              <a:buClr>
                <a:schemeClr val="dk1"/>
              </a:buClr>
              <a:buSzPts val="2000"/>
              <a:buNone/>
            </a:pPr>
            <a:endParaRPr sz="2000">
              <a:latin typeface="Arial"/>
              <a:ea typeface="Arial"/>
              <a:cs typeface="Arial"/>
              <a:sym typeface="Arial"/>
            </a:endParaRPr>
          </a:p>
          <a:p>
            <a:pPr marL="228600" lvl="0" indent="-101600" algn="just" rtl="0">
              <a:lnSpc>
                <a:spcPct val="90000"/>
              </a:lnSpc>
              <a:spcBef>
                <a:spcPts val="1000"/>
              </a:spcBef>
              <a:spcAft>
                <a:spcPts val="0"/>
              </a:spcAft>
              <a:buClr>
                <a:schemeClr val="dk1"/>
              </a:buClr>
              <a:buSzPts val="2000"/>
              <a:buNone/>
            </a:pPr>
            <a:endParaRPr sz="2000">
              <a:latin typeface="Arial"/>
              <a:ea typeface="Arial"/>
              <a:cs typeface="Arial"/>
              <a:sym typeface="Arial"/>
            </a:endParaRPr>
          </a:p>
          <a:p>
            <a:pPr marL="228600" lvl="0" indent="-101600" algn="just" rtl="0">
              <a:lnSpc>
                <a:spcPct val="90000"/>
              </a:lnSpc>
              <a:spcBef>
                <a:spcPts val="1000"/>
              </a:spcBef>
              <a:spcAft>
                <a:spcPts val="0"/>
              </a:spcAft>
              <a:buClr>
                <a:schemeClr val="dk1"/>
              </a:buClr>
              <a:buSzPts val="2000"/>
              <a:buNone/>
            </a:pPr>
            <a:endParaRPr sz="2000">
              <a:latin typeface="Arial"/>
              <a:ea typeface="Arial"/>
              <a:cs typeface="Arial"/>
              <a:sym typeface="Arial"/>
            </a:endParaRPr>
          </a:p>
          <a:p>
            <a:pPr marL="228600" lvl="0" indent="-101600" algn="just" rtl="0">
              <a:lnSpc>
                <a:spcPct val="90000"/>
              </a:lnSpc>
              <a:spcBef>
                <a:spcPts val="1000"/>
              </a:spcBef>
              <a:spcAft>
                <a:spcPts val="0"/>
              </a:spcAft>
              <a:buClr>
                <a:schemeClr val="dk1"/>
              </a:buClr>
              <a:buSzPts val="2000"/>
              <a:buNone/>
            </a:pPr>
            <a:endParaRPr sz="2000">
              <a:latin typeface="Arial"/>
              <a:ea typeface="Arial"/>
              <a:cs typeface="Arial"/>
              <a:sym typeface="Arial"/>
            </a:endParaRPr>
          </a:p>
        </p:txBody>
      </p:sp>
      <p:pic>
        <p:nvPicPr>
          <p:cNvPr id="660" name="Google Shape;660;p94" descr="A close up of text on a whiteboard&#10;&#10;Description generated with high confidence"/>
          <p:cNvPicPr preferRelativeResize="0"/>
          <p:nvPr/>
        </p:nvPicPr>
        <p:blipFill rotWithShape="1">
          <a:blip r:embed="rId3">
            <a:alphaModFix/>
          </a:blip>
          <a:srcRect/>
          <a:stretch/>
        </p:blipFill>
        <p:spPr>
          <a:xfrm>
            <a:off x="4117324" y="3606873"/>
            <a:ext cx="5647426" cy="2345002"/>
          </a:xfrm>
          <a:prstGeom prst="rect">
            <a:avLst/>
          </a:prstGeom>
          <a:noFill/>
          <a:ln>
            <a:noFill/>
          </a:ln>
        </p:spPr>
      </p:pic>
      <p:sp>
        <p:nvSpPr>
          <p:cNvPr id="661" name="Google Shape;661;p94"/>
          <p:cNvSpPr txBox="1"/>
          <p:nvPr/>
        </p:nvSpPr>
        <p:spPr>
          <a:xfrm>
            <a:off x="4794132" y="6176976"/>
            <a:ext cx="27432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Fig. 9</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3379076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9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
        <p:nvSpPr>
          <p:cNvPr id="667" name="Google Shape;667;p9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Center-Tapped Full Wave Rectifier</a:t>
            </a:r>
            <a:endParaRPr/>
          </a:p>
        </p:txBody>
      </p:sp>
      <p:sp>
        <p:nvSpPr>
          <p:cNvPr id="668" name="Google Shape;668;p9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1800"/>
              <a:buNone/>
            </a:pPr>
            <a:r>
              <a:rPr lang="en-US" sz="1800">
                <a:latin typeface="Times New Roman"/>
                <a:ea typeface="Times New Roman"/>
                <a:cs typeface="Times New Roman"/>
                <a:sym typeface="Times New Roman"/>
              </a:rPr>
              <a:t>In order to obtain an output voltage with a peak equal to the input peak (less the diode drop), a step-up transformer with a turns ratio of n = 2 must be used, as shown in Figure 10. In this case, the total secondary voltage (Vsec) is twice the primary voltage (2Vpri), so the voltage across each half of the secondary is equal to Vpri.</a:t>
            </a:r>
            <a:endParaRPr/>
          </a:p>
          <a:p>
            <a:pPr marL="0" lvl="0" indent="0" algn="just" rtl="0">
              <a:lnSpc>
                <a:spcPct val="150000"/>
              </a:lnSpc>
              <a:spcBef>
                <a:spcPts val="1000"/>
              </a:spcBef>
              <a:spcAft>
                <a:spcPts val="0"/>
              </a:spcAft>
              <a:buClr>
                <a:schemeClr val="dk1"/>
              </a:buClr>
              <a:buSzPts val="2000"/>
              <a:buNone/>
            </a:pPr>
            <a:endParaRPr sz="2000">
              <a:latin typeface="Arial"/>
              <a:ea typeface="Arial"/>
              <a:cs typeface="Arial"/>
              <a:sym typeface="Arial"/>
            </a:endParaRPr>
          </a:p>
          <a:p>
            <a:pPr marL="342900" lvl="0" indent="-215900" algn="just" rtl="0">
              <a:lnSpc>
                <a:spcPct val="150000"/>
              </a:lnSpc>
              <a:spcBef>
                <a:spcPts val="1000"/>
              </a:spcBef>
              <a:spcAft>
                <a:spcPts val="0"/>
              </a:spcAft>
              <a:buClr>
                <a:schemeClr val="dk1"/>
              </a:buClr>
              <a:buSzPts val="2000"/>
              <a:buNone/>
            </a:pPr>
            <a:endParaRPr sz="2000">
              <a:latin typeface="Arial"/>
              <a:ea typeface="Arial"/>
              <a:cs typeface="Arial"/>
              <a:sym typeface="Arial"/>
            </a:endParaRPr>
          </a:p>
          <a:p>
            <a:pPr marL="228600" lvl="0" indent="-228600" algn="just" rtl="0">
              <a:lnSpc>
                <a:spcPct val="90000"/>
              </a:lnSpc>
              <a:spcBef>
                <a:spcPts val="1000"/>
              </a:spcBef>
              <a:spcAft>
                <a:spcPts val="0"/>
              </a:spcAft>
              <a:buClr>
                <a:schemeClr val="dk1"/>
              </a:buClr>
              <a:buSzPts val="2800"/>
              <a:buNone/>
            </a:pPr>
            <a:br>
              <a:rPr lang="en-US"/>
            </a:br>
            <a:endParaRPr/>
          </a:p>
          <a:p>
            <a:pPr marL="342900" lvl="0" indent="-165100" algn="just" rtl="0">
              <a:lnSpc>
                <a:spcPct val="90000"/>
              </a:lnSpc>
              <a:spcBef>
                <a:spcPts val="1000"/>
              </a:spcBef>
              <a:spcAft>
                <a:spcPts val="0"/>
              </a:spcAft>
              <a:buClr>
                <a:schemeClr val="dk1"/>
              </a:buClr>
              <a:buSzPts val="2800"/>
              <a:buNone/>
            </a:pPr>
            <a:endParaRPr/>
          </a:p>
          <a:p>
            <a:pPr marL="342900" lvl="0" indent="-165100" algn="just" rtl="0">
              <a:lnSpc>
                <a:spcPct val="15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a:p>
            <a:pPr marL="228600" lvl="0" indent="-50800" algn="l" rtl="0">
              <a:lnSpc>
                <a:spcPct val="90000"/>
              </a:lnSpc>
              <a:spcBef>
                <a:spcPts val="1000"/>
              </a:spcBef>
              <a:spcAft>
                <a:spcPts val="0"/>
              </a:spcAft>
              <a:buClr>
                <a:schemeClr val="dk1"/>
              </a:buClr>
              <a:buSzPts val="2800"/>
              <a:buNone/>
            </a:pPr>
            <a:endParaRPr/>
          </a:p>
        </p:txBody>
      </p:sp>
      <p:pic>
        <p:nvPicPr>
          <p:cNvPr id="669" name="Google Shape;669;p95" descr="A close up of text on a white background&#10;&#10;Description generated with very high confidence"/>
          <p:cNvPicPr preferRelativeResize="0"/>
          <p:nvPr/>
        </p:nvPicPr>
        <p:blipFill rotWithShape="1">
          <a:blip r:embed="rId3">
            <a:alphaModFix/>
          </a:blip>
          <a:srcRect/>
          <a:stretch/>
        </p:blipFill>
        <p:spPr>
          <a:xfrm>
            <a:off x="3527952" y="3193513"/>
            <a:ext cx="6711350" cy="2855420"/>
          </a:xfrm>
          <a:prstGeom prst="rect">
            <a:avLst/>
          </a:prstGeom>
          <a:noFill/>
          <a:ln>
            <a:noFill/>
          </a:ln>
        </p:spPr>
      </p:pic>
      <p:sp>
        <p:nvSpPr>
          <p:cNvPr id="670" name="Google Shape;670;p95"/>
          <p:cNvSpPr txBox="1"/>
          <p:nvPr/>
        </p:nvSpPr>
        <p:spPr>
          <a:xfrm>
            <a:off x="4962411" y="6176977"/>
            <a:ext cx="2743200" cy="369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Fig. 10</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67301965"/>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EF011C8-84E2-1664-071A-3FF0EFCF1912}"/>
                  </a:ext>
                </a:extLst>
              </p14:cNvPr>
              <p14:cNvContentPartPr/>
              <p14:nvPr/>
            </p14:nvContentPartPr>
            <p14:xfrm>
              <a:off x="686880" y="217440"/>
              <a:ext cx="11262960" cy="6640560"/>
            </p14:xfrm>
          </p:contentPart>
        </mc:Choice>
        <mc:Fallback xmlns="">
          <p:pic>
            <p:nvPicPr>
              <p:cNvPr id="4" name="Ink 3">
                <a:extLst>
                  <a:ext uri="{FF2B5EF4-FFF2-40B4-BE49-F238E27FC236}">
                    <a16:creationId xmlns:a16="http://schemas.microsoft.com/office/drawing/2014/main" id="{0EF011C8-84E2-1664-071A-3FF0EFCF1912}"/>
                  </a:ext>
                </a:extLst>
              </p:cNvPr>
              <p:cNvPicPr/>
              <p:nvPr/>
            </p:nvPicPr>
            <p:blipFill>
              <a:blip r:embed="rId3"/>
              <a:stretch>
                <a:fillRect/>
              </a:stretch>
            </p:blipFill>
            <p:spPr>
              <a:xfrm>
                <a:off x="677520" y="208080"/>
                <a:ext cx="11281680" cy="6659280"/>
              </a:xfrm>
              <a:prstGeom prst="rect">
                <a:avLst/>
              </a:prstGeom>
            </p:spPr>
          </p:pic>
        </mc:Fallback>
      </mc:AlternateContent>
    </p:spTree>
    <p:extLst>
      <p:ext uri="{BB962C8B-B14F-4D97-AF65-F5344CB8AC3E}">
        <p14:creationId xmlns:p14="http://schemas.microsoft.com/office/powerpoint/2010/main" val="18960135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1C8A994-F63E-810B-846A-C8248DFAEC4B}"/>
                  </a:ext>
                </a:extLst>
              </p14:cNvPr>
              <p14:cNvContentPartPr/>
              <p14:nvPr/>
            </p14:nvContentPartPr>
            <p14:xfrm>
              <a:off x="1280160" y="964800"/>
              <a:ext cx="7562880" cy="4700880"/>
            </p14:xfrm>
          </p:contentPart>
        </mc:Choice>
        <mc:Fallback xmlns="">
          <p:pic>
            <p:nvPicPr>
              <p:cNvPr id="4" name="Ink 3">
                <a:extLst>
                  <a:ext uri="{FF2B5EF4-FFF2-40B4-BE49-F238E27FC236}">
                    <a16:creationId xmlns:a16="http://schemas.microsoft.com/office/drawing/2014/main" id="{D1C8A994-F63E-810B-846A-C8248DFAEC4B}"/>
                  </a:ext>
                </a:extLst>
              </p:cNvPr>
              <p:cNvPicPr/>
              <p:nvPr/>
            </p:nvPicPr>
            <p:blipFill>
              <a:blip r:embed="rId3"/>
              <a:stretch>
                <a:fillRect/>
              </a:stretch>
            </p:blipFill>
            <p:spPr>
              <a:xfrm>
                <a:off x="1270800" y="955440"/>
                <a:ext cx="7581600" cy="4719600"/>
              </a:xfrm>
              <a:prstGeom prst="rect">
                <a:avLst/>
              </a:prstGeom>
            </p:spPr>
          </p:pic>
        </mc:Fallback>
      </mc:AlternateContent>
    </p:spTree>
    <p:extLst>
      <p:ext uri="{BB962C8B-B14F-4D97-AF65-F5344CB8AC3E}">
        <p14:creationId xmlns:p14="http://schemas.microsoft.com/office/powerpoint/2010/main" val="689531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
        <p:nvSpPr>
          <p:cNvPr id="692" name="Google Shape;692;p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Bridge Rectifier </a:t>
            </a:r>
            <a:endParaRPr/>
          </a:p>
        </p:txBody>
      </p:sp>
      <p:pic>
        <p:nvPicPr>
          <p:cNvPr id="694" name="Google Shape;694;p98" descr="A picture containing object&#10;&#10;Description generated with very high confidence"/>
          <p:cNvPicPr preferRelativeResize="0"/>
          <p:nvPr/>
        </p:nvPicPr>
        <p:blipFill rotWithShape="1">
          <a:blip r:embed="rId3">
            <a:alphaModFix/>
          </a:blip>
          <a:srcRect/>
          <a:stretch/>
        </p:blipFill>
        <p:spPr>
          <a:xfrm>
            <a:off x="2857500" y="1510748"/>
            <a:ext cx="6117535" cy="4089952"/>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D1A02C85-4B04-97BF-A4C3-1D18B076A538}"/>
                  </a:ext>
                </a:extLst>
              </p14:cNvPr>
              <p14:cNvContentPartPr/>
              <p14:nvPr/>
            </p14:nvContentPartPr>
            <p14:xfrm>
              <a:off x="884520" y="337320"/>
              <a:ext cx="10439640" cy="5369040"/>
            </p14:xfrm>
          </p:contentPart>
        </mc:Choice>
        <mc:Fallback xmlns="">
          <p:pic>
            <p:nvPicPr>
              <p:cNvPr id="3" name="Ink 2">
                <a:extLst>
                  <a:ext uri="{FF2B5EF4-FFF2-40B4-BE49-F238E27FC236}">
                    <a16:creationId xmlns:a16="http://schemas.microsoft.com/office/drawing/2014/main" id="{D1A02C85-4B04-97BF-A4C3-1D18B076A538}"/>
                  </a:ext>
                </a:extLst>
              </p:cNvPr>
              <p:cNvPicPr/>
              <p:nvPr/>
            </p:nvPicPr>
            <p:blipFill>
              <a:blip r:embed="rId5"/>
              <a:stretch>
                <a:fillRect/>
              </a:stretch>
            </p:blipFill>
            <p:spPr>
              <a:xfrm>
                <a:off x="875160" y="327960"/>
                <a:ext cx="10458360" cy="5387760"/>
              </a:xfrm>
              <a:prstGeom prst="rect">
                <a:avLst/>
              </a:prstGeom>
            </p:spPr>
          </p:pic>
        </mc:Fallback>
      </mc:AlternateContent>
    </p:spTree>
    <p:extLst>
      <p:ext uri="{BB962C8B-B14F-4D97-AF65-F5344CB8AC3E}">
        <p14:creationId xmlns:p14="http://schemas.microsoft.com/office/powerpoint/2010/main" val="28857821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9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692" name="Google Shape;692;p9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Bridge Rectifier </a:t>
            </a:r>
            <a:endParaRPr/>
          </a:p>
        </p:txBody>
      </p:sp>
      <p:pic>
        <p:nvPicPr>
          <p:cNvPr id="694" name="Google Shape;694;p98" descr="A picture containing object&#10;&#10;Description generated with very high confidence"/>
          <p:cNvPicPr preferRelativeResize="0"/>
          <p:nvPr/>
        </p:nvPicPr>
        <p:blipFill rotWithShape="1">
          <a:blip r:embed="rId3">
            <a:alphaModFix/>
          </a:blip>
          <a:srcRect/>
          <a:stretch/>
        </p:blipFill>
        <p:spPr>
          <a:xfrm>
            <a:off x="2857500" y="1510748"/>
            <a:ext cx="6117535" cy="4089952"/>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A34F8E5C-FD02-9B02-7493-DCF79D075961}"/>
                  </a:ext>
                </a:extLst>
              </p14:cNvPr>
              <p14:cNvContentPartPr/>
              <p14:nvPr/>
            </p14:nvContentPartPr>
            <p14:xfrm>
              <a:off x="678960" y="526680"/>
              <a:ext cx="10638360" cy="5733000"/>
            </p14:xfrm>
          </p:contentPart>
        </mc:Choice>
        <mc:Fallback xmlns="">
          <p:pic>
            <p:nvPicPr>
              <p:cNvPr id="2" name="Ink 1">
                <a:extLst>
                  <a:ext uri="{FF2B5EF4-FFF2-40B4-BE49-F238E27FC236}">
                    <a16:creationId xmlns:a16="http://schemas.microsoft.com/office/drawing/2014/main" id="{A34F8E5C-FD02-9B02-7493-DCF79D075961}"/>
                  </a:ext>
                </a:extLst>
              </p:cNvPr>
              <p:cNvPicPr/>
              <p:nvPr/>
            </p:nvPicPr>
            <p:blipFill>
              <a:blip r:embed="rId5"/>
              <a:stretch>
                <a:fillRect/>
              </a:stretch>
            </p:blipFill>
            <p:spPr>
              <a:xfrm>
                <a:off x="669600" y="517320"/>
                <a:ext cx="10657080" cy="5751720"/>
              </a:xfrm>
              <a:prstGeom prst="rect">
                <a:avLst/>
              </a:prstGeom>
            </p:spPr>
          </p:pic>
        </mc:Fallback>
      </mc:AlternateContent>
    </p:spTree>
    <p:extLst>
      <p:ext uri="{BB962C8B-B14F-4D97-AF65-F5344CB8AC3E}">
        <p14:creationId xmlns:p14="http://schemas.microsoft.com/office/powerpoint/2010/main" val="376730800"/>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9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701" name="Google Shape;701;p9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Bridge Rectifier </a:t>
            </a:r>
            <a:endParaRPr/>
          </a:p>
        </p:txBody>
      </p:sp>
      <p:sp>
        <p:nvSpPr>
          <p:cNvPr id="702" name="Google Shape;702;p9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When the input cycle is negative, diodes D3 and D4 are forward biased and conduct current in the same direction through RL as during the positive half-cycle. During the negative half-cycle, D1 and D2 are reverse-biased. A full-wave rectified output voltage appears across RL as a result of this action.</a:t>
            </a:r>
            <a:endParaRPr/>
          </a:p>
          <a:p>
            <a:pPr marL="342900" lvl="0" indent="-342900" algn="just" rtl="0">
              <a:lnSpc>
                <a:spcPct val="15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Because there are two diodes two diodes are always in series with the load resistor during both the positive and negative half-cycles. The output voltage is: Vp(out) = Vp(in) - 1.4 V </a:t>
            </a:r>
            <a:endParaRPr/>
          </a:p>
        </p:txBody>
      </p:sp>
    </p:spTree>
    <p:extLst>
      <p:ext uri="{BB962C8B-B14F-4D97-AF65-F5344CB8AC3E}">
        <p14:creationId xmlns:p14="http://schemas.microsoft.com/office/powerpoint/2010/main" val="2739520373"/>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06"/>
        <p:cNvGrpSpPr/>
        <p:nvPr/>
      </p:nvGrpSpPr>
      <p:grpSpPr>
        <a:xfrm>
          <a:off x="0" y="0"/>
          <a:ext cx="0" cy="0"/>
          <a:chOff x="0" y="0"/>
          <a:chExt cx="0" cy="0"/>
        </a:xfrm>
      </p:grpSpPr>
      <p:sp>
        <p:nvSpPr>
          <p:cNvPr id="707" name="Google Shape;707;p10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708" name="Google Shape;708;p10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Bridge Rectifier with Transformer </a:t>
            </a:r>
            <a:endParaRPr/>
          </a:p>
        </p:txBody>
      </p:sp>
      <p:sp>
        <p:nvSpPr>
          <p:cNvPr id="709" name="Google Shape;709;p100"/>
          <p:cNvSpPr txBox="1">
            <a:spLocks noGrp="1"/>
          </p:cNvSpPr>
          <p:nvPr>
            <p:ph type="body" idx="1"/>
          </p:nvPr>
        </p:nvSpPr>
        <p:spPr>
          <a:xfrm>
            <a:off x="838200" y="1825625"/>
            <a:ext cx="5857337"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A bridge rectifier with a transformer-coupled input is shown in Figure 12. During the positive half-cycle of the total secondary voltage, diodes D1 and D2 are forward-biased while diodes D3 and D4 are forward-biased during the negative half-cycle.</a:t>
            </a:r>
            <a:endParaRPr/>
          </a:p>
          <a:p>
            <a:pPr marL="228600" lvl="0" indent="-2286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The output voltage across the load is: Vp(out) = Vp(sec) - 1.4 V</a:t>
            </a:r>
            <a:r>
              <a:rPr lang="en-US" sz="2600">
                <a:latin typeface="Times New Roman"/>
                <a:ea typeface="Times New Roman"/>
                <a:cs typeface="Times New Roman"/>
                <a:sym typeface="Times New Roman"/>
              </a:rPr>
              <a:t> </a:t>
            </a:r>
            <a:endParaRPr/>
          </a:p>
          <a:p>
            <a:pPr marL="0" lvl="0" indent="0" algn="l" rtl="0">
              <a:lnSpc>
                <a:spcPct val="90000"/>
              </a:lnSpc>
              <a:spcBef>
                <a:spcPts val="1000"/>
              </a:spcBef>
              <a:spcAft>
                <a:spcPts val="0"/>
              </a:spcAft>
              <a:buClr>
                <a:schemeClr val="dk1"/>
              </a:buClr>
              <a:buSzPts val="2800"/>
              <a:buNone/>
            </a:pPr>
            <a:endParaRPr>
              <a:latin typeface="Arial"/>
              <a:ea typeface="Arial"/>
              <a:cs typeface="Arial"/>
              <a:sym typeface="Arial"/>
            </a:endParaRPr>
          </a:p>
        </p:txBody>
      </p:sp>
      <p:pic>
        <p:nvPicPr>
          <p:cNvPr id="710" name="Google Shape;710;p100" descr="A picture containing object&#10;&#10;Description generated with very high confidence"/>
          <p:cNvPicPr preferRelativeResize="0"/>
          <p:nvPr/>
        </p:nvPicPr>
        <p:blipFill rotWithShape="1">
          <a:blip r:embed="rId3">
            <a:alphaModFix/>
          </a:blip>
          <a:srcRect/>
          <a:stretch/>
        </p:blipFill>
        <p:spPr>
          <a:xfrm>
            <a:off x="6947680" y="1920097"/>
            <a:ext cx="4795207" cy="3190335"/>
          </a:xfrm>
          <a:prstGeom prst="rect">
            <a:avLst/>
          </a:prstGeom>
          <a:noFill/>
          <a:ln>
            <a:noFill/>
          </a:ln>
        </p:spPr>
      </p:pic>
      <p:sp>
        <p:nvSpPr>
          <p:cNvPr id="711" name="Google Shape;711;p100"/>
          <p:cNvSpPr txBox="1"/>
          <p:nvPr/>
        </p:nvSpPr>
        <p:spPr>
          <a:xfrm>
            <a:off x="7988060" y="5335437"/>
            <a:ext cx="2743200" cy="64633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800">
                <a:solidFill>
                  <a:schemeClr val="dk1"/>
                </a:solidFill>
                <a:latin typeface="Calibri"/>
                <a:ea typeface="Calibri"/>
                <a:cs typeface="Calibri"/>
                <a:sym typeface="Calibri"/>
              </a:rPr>
              <a:t>Fig. 12: Bridge rectifier with Transformer</a:t>
            </a: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7402939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10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748" name="Google Shape;748;p10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Advantages of Bridge Rectifier</a:t>
            </a:r>
            <a:endParaRPr/>
          </a:p>
        </p:txBody>
      </p:sp>
      <p:sp>
        <p:nvSpPr>
          <p:cNvPr id="749" name="Google Shape;749;p10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lvl="0" indent="-228600" algn="just" rtl="0">
              <a:lnSpc>
                <a:spcPct val="15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The rectification efficiency of full-wave rectifier is double of that of a half-wave rectifier.</a:t>
            </a:r>
            <a:endParaRPr/>
          </a:p>
          <a:p>
            <a:pPr marL="190500" lvl="0" indent="-1905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Higher output voltage.</a:t>
            </a:r>
            <a:endParaRPr/>
          </a:p>
          <a:p>
            <a:pPr marL="190500" lvl="0" indent="-1905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No center tap is required in the transformer secondary so in case of a bridge rectifier the transformer required is simpler. If stepping up or stepping down of voltage is not required, transformer can be eliminated even.</a:t>
            </a:r>
            <a:endParaRPr/>
          </a:p>
          <a:p>
            <a:pPr marL="190500" lvl="0" indent="-190500" algn="just" rtl="0">
              <a:lnSpc>
                <a:spcPct val="15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For a given power output, power transformer of smaller size can be used in case of the bridge rectifier because current in both primary and secondary windings of the supply transformer flow for the entire ac cycle.</a:t>
            </a:r>
            <a:endParaRPr/>
          </a:p>
        </p:txBody>
      </p:sp>
    </p:spTree>
    <p:extLst>
      <p:ext uri="{BB962C8B-B14F-4D97-AF65-F5344CB8AC3E}">
        <p14:creationId xmlns:p14="http://schemas.microsoft.com/office/powerpoint/2010/main" val="51277952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10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
        <p:nvSpPr>
          <p:cNvPr id="755" name="Google Shape;755;p10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a:t>Disadvantages of Bridge Rectifier</a:t>
            </a:r>
            <a:endParaRPr/>
          </a:p>
        </p:txBody>
      </p:sp>
      <p:sp>
        <p:nvSpPr>
          <p:cNvPr id="756" name="Google Shape;756;p10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342900" lvl="0" indent="-342900" algn="just" rtl="0">
              <a:lnSpc>
                <a:spcPct val="15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It requires four diodes.</a:t>
            </a:r>
            <a:endParaRPr/>
          </a:p>
          <a:p>
            <a:pPr marL="342900" lvl="1" indent="-342900" algn="just" rtl="0">
              <a:lnSpc>
                <a:spcPct val="150000"/>
              </a:lnSpc>
              <a:spcBef>
                <a:spcPts val="500"/>
              </a:spcBef>
              <a:spcAft>
                <a:spcPts val="0"/>
              </a:spcAft>
              <a:buClr>
                <a:schemeClr val="dk1"/>
              </a:buClr>
              <a:buSzPts val="2400"/>
              <a:buChar char="•"/>
            </a:pPr>
            <a:r>
              <a:rPr lang="en-US">
                <a:latin typeface="Times New Roman"/>
                <a:ea typeface="Times New Roman"/>
                <a:cs typeface="Times New Roman"/>
                <a:sym typeface="Times New Roman"/>
              </a:rPr>
              <a:t>The use of two extra diodes cause an additional voltage drop thereby reducing the output voltage.</a:t>
            </a:r>
            <a:endParaRPr/>
          </a:p>
          <a:p>
            <a:pPr marL="285750" lvl="0" indent="-107950" algn="just" rtl="0">
              <a:lnSpc>
                <a:spcPct val="90000"/>
              </a:lnSpc>
              <a:spcBef>
                <a:spcPts val="1000"/>
              </a:spcBef>
              <a:spcAft>
                <a:spcPts val="0"/>
              </a:spcAft>
              <a:buClr>
                <a:schemeClr val="dk1"/>
              </a:buClr>
              <a:buSzPts val="2800"/>
              <a:buNone/>
            </a:pPr>
            <a:endParaRPr/>
          </a:p>
        </p:txBody>
      </p:sp>
    </p:spTree>
    <p:extLst>
      <p:ext uri="{BB962C8B-B14F-4D97-AF65-F5344CB8AC3E}">
        <p14:creationId xmlns:p14="http://schemas.microsoft.com/office/powerpoint/2010/main" val="932204639"/>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74"/>
        <p:cNvGrpSpPr/>
        <p:nvPr/>
      </p:nvGrpSpPr>
      <p:grpSpPr>
        <a:xfrm>
          <a:off x="0" y="0"/>
          <a:ext cx="0" cy="0"/>
          <a:chOff x="0" y="0"/>
          <a:chExt cx="0" cy="0"/>
        </a:xfrm>
      </p:grpSpPr>
      <p:sp>
        <p:nvSpPr>
          <p:cNvPr id="675" name="Google Shape;675;p9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sp>
        <p:nvSpPr>
          <p:cNvPr id="676" name="Google Shape;676;p9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dirty="0"/>
              <a:t>Classwork 1</a:t>
            </a:r>
            <a:endParaRPr dirty="0"/>
          </a:p>
        </p:txBody>
      </p:sp>
      <p:sp>
        <p:nvSpPr>
          <p:cNvPr id="677" name="Google Shape;677;p9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514350" lvl="0" indent="-514350" algn="just" rtl="0">
              <a:lnSpc>
                <a:spcPct val="100000"/>
              </a:lnSpc>
              <a:spcBef>
                <a:spcPts val="0"/>
              </a:spcBef>
              <a:spcAft>
                <a:spcPts val="0"/>
              </a:spcAft>
              <a:buClr>
                <a:schemeClr val="dk1"/>
              </a:buClr>
              <a:buSzPts val="2000"/>
              <a:buAutoNum type="arabicPeriod"/>
            </a:pPr>
            <a:r>
              <a:rPr lang="en-US" sz="2000">
                <a:latin typeface="Times New Roman"/>
                <a:ea typeface="Times New Roman"/>
                <a:cs typeface="Times New Roman"/>
                <a:sym typeface="Times New Roman"/>
              </a:rPr>
              <a:t>Draw the output voltage of the rectifier circuit in the following figure, then find the peak output voltage and the average voltage</a:t>
            </a:r>
            <a:r>
              <a:rPr lang="en-US">
                <a:latin typeface="Times New Roman"/>
                <a:ea typeface="Times New Roman"/>
                <a:cs typeface="Times New Roman"/>
                <a:sym typeface="Times New Roman"/>
              </a:rPr>
              <a:t>:</a:t>
            </a:r>
            <a:endParaRPr/>
          </a:p>
          <a:p>
            <a:pPr marL="0" lvl="0" indent="0" algn="just" rtl="0">
              <a:lnSpc>
                <a:spcPct val="150000"/>
              </a:lnSpc>
              <a:spcBef>
                <a:spcPts val="1000"/>
              </a:spcBef>
              <a:spcAft>
                <a:spcPts val="0"/>
              </a:spcAft>
              <a:buClr>
                <a:schemeClr val="dk1"/>
              </a:buClr>
              <a:buSzPts val="2800"/>
              <a:buNone/>
            </a:pPr>
            <a:endParaRPr/>
          </a:p>
        </p:txBody>
      </p:sp>
      <p:pic>
        <p:nvPicPr>
          <p:cNvPr id="678" name="Google Shape;678;p96" descr="A close up of a logo&#10;&#10;Description generated with very high confidence"/>
          <p:cNvPicPr preferRelativeResize="0"/>
          <p:nvPr/>
        </p:nvPicPr>
        <p:blipFill rotWithShape="1">
          <a:blip r:embed="rId3">
            <a:alphaModFix/>
          </a:blip>
          <a:srcRect/>
          <a:stretch/>
        </p:blipFill>
        <p:spPr>
          <a:xfrm>
            <a:off x="3071004" y="3344291"/>
            <a:ext cx="7444596" cy="2843606"/>
          </a:xfrm>
          <a:prstGeom prst="rect">
            <a:avLst/>
          </a:prstGeom>
          <a:noFill/>
          <a:ln>
            <a:noFill/>
          </a:ln>
        </p:spPr>
      </p:pic>
    </p:spTree>
    <p:extLst>
      <p:ext uri="{BB962C8B-B14F-4D97-AF65-F5344CB8AC3E}">
        <p14:creationId xmlns:p14="http://schemas.microsoft.com/office/powerpoint/2010/main" val="1508443902"/>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684" name="Google Shape;684;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dirty="0"/>
              <a:t>Classwork 2</a:t>
            </a:r>
            <a:endParaRPr dirty="0"/>
          </a:p>
        </p:txBody>
      </p:sp>
      <p:sp>
        <p:nvSpPr>
          <p:cNvPr id="685" name="Google Shape;685;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lvl="0" indent="0" algn="just" rtl="0">
              <a:lnSpc>
                <a:spcPct val="150000"/>
              </a:lnSpc>
              <a:spcBef>
                <a:spcPts val="0"/>
              </a:spcBef>
              <a:spcAft>
                <a:spcPts val="0"/>
              </a:spcAft>
              <a:buClr>
                <a:schemeClr val="dk1"/>
              </a:buClr>
              <a:buSzPts val="2000"/>
              <a:buNone/>
            </a:pPr>
            <a:r>
              <a:rPr lang="en-US" sz="2000" dirty="0">
                <a:latin typeface="Times New Roman"/>
                <a:ea typeface="Times New Roman"/>
                <a:cs typeface="Times New Roman"/>
                <a:sym typeface="Times New Roman"/>
              </a:rPr>
              <a:t>Draw and find the output voltage across RL when a 100 V peak sine wave is applied to the primary winding in the following Figure.</a:t>
            </a:r>
            <a:endParaRPr dirty="0">
              <a:latin typeface="Times New Roman"/>
              <a:ea typeface="Times New Roman"/>
              <a:cs typeface="Times New Roman"/>
              <a:sym typeface="Times New Roman"/>
            </a:endParaRPr>
          </a:p>
          <a:p>
            <a:pPr marL="0" lvl="0" indent="0" algn="just" rtl="0">
              <a:lnSpc>
                <a:spcPct val="150000"/>
              </a:lnSpc>
              <a:spcBef>
                <a:spcPts val="1000"/>
              </a:spcBef>
              <a:spcAft>
                <a:spcPts val="0"/>
              </a:spcAft>
              <a:buClr>
                <a:schemeClr val="dk1"/>
              </a:buClr>
              <a:buSzPts val="2000"/>
              <a:buNone/>
            </a:pPr>
            <a:endParaRPr sz="2000" dirty="0">
              <a:latin typeface="Arial"/>
              <a:ea typeface="Arial"/>
              <a:cs typeface="Arial"/>
              <a:sym typeface="Arial"/>
            </a:endParaRPr>
          </a:p>
          <a:p>
            <a:pPr marL="0" lvl="0" indent="0" algn="just" rtl="0">
              <a:lnSpc>
                <a:spcPct val="150000"/>
              </a:lnSpc>
              <a:spcBef>
                <a:spcPts val="1000"/>
              </a:spcBef>
              <a:spcAft>
                <a:spcPts val="0"/>
              </a:spcAft>
              <a:buClr>
                <a:schemeClr val="dk1"/>
              </a:buClr>
              <a:buSzPts val="2800"/>
              <a:buNone/>
            </a:pPr>
            <a:endParaRPr dirty="0"/>
          </a:p>
        </p:txBody>
      </p:sp>
      <p:pic>
        <p:nvPicPr>
          <p:cNvPr id="686" name="Google Shape;686;p97" descr="A close up of a map&#10;&#10;Description generated with very high confidence"/>
          <p:cNvPicPr preferRelativeResize="0"/>
          <p:nvPr/>
        </p:nvPicPr>
        <p:blipFill rotWithShape="1">
          <a:blip r:embed="rId3">
            <a:alphaModFix/>
          </a:blip>
          <a:srcRect/>
          <a:stretch/>
        </p:blipFill>
        <p:spPr>
          <a:xfrm>
            <a:off x="2363327" y="3052729"/>
            <a:ext cx="8163464" cy="3303625"/>
          </a:xfrm>
          <a:prstGeom prst="rect">
            <a:avLst/>
          </a:prstGeom>
          <a:noFill/>
          <a:ln>
            <a:noFill/>
          </a:ln>
        </p:spPr>
      </p:pic>
    </p:spTree>
    <p:extLst>
      <p:ext uri="{BB962C8B-B14F-4D97-AF65-F5344CB8AC3E}">
        <p14:creationId xmlns:p14="http://schemas.microsoft.com/office/powerpoint/2010/main" val="246474070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684" name="Google Shape;684;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dirty="0"/>
              <a:t>Next Lecture</a:t>
            </a:r>
            <a:endParaRPr dirty="0"/>
          </a:p>
        </p:txBody>
      </p:sp>
      <p:sp>
        <p:nvSpPr>
          <p:cNvPr id="685" name="Google Shape;685;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algn="just">
              <a:lnSpc>
                <a:spcPct val="150000"/>
              </a:lnSpc>
              <a:spcBef>
                <a:spcPts val="0"/>
              </a:spcBef>
              <a:buClr>
                <a:schemeClr val="dk1"/>
              </a:buClr>
              <a:buSzPts val="2000"/>
            </a:pPr>
            <a:r>
              <a:rPr lang="en-US" sz="2400" dirty="0">
                <a:latin typeface="Times New Roman" panose="02020603050405020304" pitchFamily="18" charset="0"/>
                <a:cs typeface="Times New Roman" panose="02020603050405020304" pitchFamily="18" charset="0"/>
                <a:sym typeface="Arial"/>
              </a:rPr>
              <a:t>Root Mean Square and Average Values for Rectifier Circuits </a:t>
            </a:r>
          </a:p>
          <a:p>
            <a:pPr algn="just">
              <a:lnSpc>
                <a:spcPct val="150000"/>
              </a:lnSpc>
              <a:spcBef>
                <a:spcPts val="0"/>
              </a:spcBef>
              <a:buClr>
                <a:schemeClr val="dk1"/>
              </a:buClr>
              <a:buSzPts val="2000"/>
            </a:pPr>
            <a:r>
              <a:rPr lang="en-US" sz="2400">
                <a:latin typeface="Times New Roman" panose="02020603050405020304" pitchFamily="18" charset="0"/>
                <a:cs typeface="Times New Roman" panose="02020603050405020304" pitchFamily="18" charset="0"/>
                <a:sym typeface="Arial"/>
              </a:rPr>
              <a:t>Rectifier with Filters</a:t>
            </a:r>
            <a:endParaRP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44878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9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
        <p:nvSpPr>
          <p:cNvPr id="684" name="Google Shape;684;p9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dirty="0"/>
              <a:t>Reference:</a:t>
            </a:r>
            <a:endParaRPr dirty="0"/>
          </a:p>
        </p:txBody>
      </p:sp>
      <p:sp>
        <p:nvSpPr>
          <p:cNvPr id="685" name="Google Shape;685;p9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228600" indent="-50800" eaLnBrk="1" hangingPunct="1">
              <a:spcBef>
                <a:spcPct val="0"/>
              </a:spcBef>
              <a:spcAft>
                <a:spcPct val="0"/>
              </a:spcAft>
              <a:buClr>
                <a:srgbClr val="000000"/>
              </a:buClr>
              <a:buFont typeface="Arial" panose="020B0604020202020204" pitchFamily="34" charset="0"/>
              <a:buChar char="•"/>
            </a:pPr>
            <a:r>
              <a:rPr lang="en-US" altLang="en-US" sz="2400" dirty="0">
                <a:solidFill>
                  <a:srgbClr val="000000"/>
                </a:solidFill>
                <a:latin typeface="Calibri" panose="020F0502020204030204" pitchFamily="34" charset="0"/>
                <a:cs typeface="Calibri" panose="020F0502020204030204" pitchFamily="34" charset="0"/>
                <a:sym typeface="Calibri" panose="020F0502020204030204" pitchFamily="34" charset="0"/>
              </a:rPr>
              <a:t>Thomas L. </a:t>
            </a:r>
            <a:r>
              <a:rPr lang="en-US" altLang="en-US" sz="2400" dirty="0" err="1">
                <a:solidFill>
                  <a:srgbClr val="000000"/>
                </a:solidFill>
                <a:latin typeface="Calibri" panose="020F0502020204030204" pitchFamily="34" charset="0"/>
                <a:cs typeface="Calibri" panose="020F0502020204030204" pitchFamily="34" charset="0"/>
                <a:sym typeface="Calibri" panose="020F0502020204030204" pitchFamily="34" charset="0"/>
              </a:rPr>
              <a:t>Floyed</a:t>
            </a:r>
            <a:r>
              <a:rPr lang="en-US" altLang="en-US" sz="2400" dirty="0">
                <a:solidFill>
                  <a:srgbClr val="000000"/>
                </a:solidFill>
                <a:latin typeface="Calibri" panose="020F0502020204030204" pitchFamily="34" charset="0"/>
                <a:cs typeface="Calibri" panose="020F0502020204030204" pitchFamily="34" charset="0"/>
                <a:sym typeface="Calibri" panose="020F0502020204030204" pitchFamily="34" charset="0"/>
              </a:rPr>
              <a:t>, 2012, Electronic Devices: Electron Flow Version,   9</a:t>
            </a:r>
            <a:r>
              <a:rPr lang="en-US" altLang="en-US" sz="2400" baseline="30000" dirty="0">
                <a:solidFill>
                  <a:srgbClr val="000000"/>
                </a:solidFill>
                <a:latin typeface="Calibri" panose="020F0502020204030204" pitchFamily="34" charset="0"/>
                <a:cs typeface="Calibri" panose="020F0502020204030204" pitchFamily="34" charset="0"/>
                <a:sym typeface="Calibri" panose="020F0502020204030204" pitchFamily="34" charset="0"/>
              </a:rPr>
              <a:t>th</a:t>
            </a:r>
            <a:r>
              <a:rPr lang="en-US" altLang="en-US" sz="2400" dirty="0">
                <a:solidFill>
                  <a:srgbClr val="000000"/>
                </a:solidFill>
                <a:latin typeface="Calibri" panose="020F0502020204030204" pitchFamily="34" charset="0"/>
                <a:cs typeface="Calibri" panose="020F0502020204030204" pitchFamily="34" charset="0"/>
                <a:sym typeface="Calibri" panose="020F0502020204030204" pitchFamily="34" charset="0"/>
              </a:rPr>
              <a:t> Edition. </a:t>
            </a:r>
            <a:r>
              <a:rPr lang="en-US" altLang="en-US" sz="2400" dirty="0">
                <a:latin typeface="Calibri" panose="020F0502020204030204" pitchFamily="34" charset="0"/>
                <a:cs typeface="Calibri" panose="020F0502020204030204" pitchFamily="34" charset="0"/>
                <a:sym typeface="Calibri" panose="020F0502020204030204" pitchFamily="34" charset="0"/>
              </a:rPr>
              <a:t>Retrieved</a:t>
            </a:r>
            <a:r>
              <a:rPr lang="en-US" altLang="en-US" sz="2400" dirty="0">
                <a:solidFill>
                  <a:srgbClr val="000000"/>
                </a:solidFill>
                <a:latin typeface="Calibri" panose="020F0502020204030204" pitchFamily="34" charset="0"/>
                <a:cs typeface="Calibri" panose="020F0502020204030204" pitchFamily="34" charset="0"/>
                <a:sym typeface="Calibri" panose="020F0502020204030204" pitchFamily="34" charset="0"/>
              </a:rPr>
              <a:t> from: </a:t>
            </a:r>
            <a:r>
              <a:rPr lang="en-US" altLang="en-US" sz="2400" u="sng" dirty="0">
                <a:solidFill>
                  <a:schemeClr val="hlink"/>
                </a:solidFill>
                <a:latin typeface="Calibri" panose="020F0502020204030204" pitchFamily="34" charset="0"/>
                <a:cs typeface="Calibri" panose="020F0502020204030204" pitchFamily="34" charset="0"/>
                <a:sym typeface="Calibri" panose="020F0502020204030204" pitchFamily="34" charset="0"/>
                <a:hlinkClick r:id="rId3"/>
              </a:rPr>
              <a:t>https://hristotrifonov.files.wordpress.com/2012/10/electronic-devices-9th-edition-by-floyd.pdf</a:t>
            </a:r>
            <a:endParaRPr lang="en-US" altLang="en-US" sz="2400" dirty="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139844045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445</TotalTime>
  <Words>971</Words>
  <Application>Microsoft Office PowerPoint</Application>
  <PresentationFormat>Widescreen</PresentationFormat>
  <Paragraphs>87</Paragraphs>
  <Slides>21</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PowerPoint Presentation</vt:lpstr>
      <vt:lpstr>Full Wave Rectifier</vt:lpstr>
      <vt:lpstr>Full Wave Rectifier</vt:lpstr>
      <vt:lpstr>Center-Tapped Full Wave Rectifier</vt:lpstr>
      <vt:lpstr>PowerPoint Presentation</vt:lpstr>
      <vt:lpstr>PowerPoint Presentation</vt:lpstr>
      <vt:lpstr>Center-Tapped Full Wave Rectifier</vt:lpstr>
      <vt:lpstr>Center-Tapped Full Wave Rectifier</vt:lpstr>
      <vt:lpstr>Center-Tapped Full Wave Rectifier</vt:lpstr>
      <vt:lpstr>PowerPoint Presentation</vt:lpstr>
      <vt:lpstr>PowerPoint Presentation</vt:lpstr>
      <vt:lpstr>Bridge Rectifier </vt:lpstr>
      <vt:lpstr>Bridge Rectifier </vt:lpstr>
      <vt:lpstr>Bridge Rectifier </vt:lpstr>
      <vt:lpstr>Bridge Rectifier with Transformer </vt:lpstr>
      <vt:lpstr>Advantages of Bridge Rectifier</vt:lpstr>
      <vt:lpstr>Disadvantages of Bridge Rectifier</vt:lpstr>
      <vt:lpstr>Classwork 1</vt:lpstr>
      <vt:lpstr>Classwork 2</vt:lpstr>
      <vt:lpstr>Next Lecture</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Rand Basil</dc:creator>
  <cp:lastModifiedBy>Qusay Ali</cp:lastModifiedBy>
  <cp:revision>21</cp:revision>
  <dcterms:created xsi:type="dcterms:W3CDTF">2020-10-27T10:30:23Z</dcterms:created>
  <dcterms:modified xsi:type="dcterms:W3CDTF">2025-08-13T05:44:37Z</dcterms:modified>
</cp:coreProperties>
</file>